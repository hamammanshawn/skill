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2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INFashion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-kicker-slot Placeholder"/>
          <p:cNvSpPr>
            <a:spLocks noGrp="1"/>
          </p:cNvSpPr>
          <p:nvPr>
            <p:ph type="body" idx="1"/>
          </p:nvPr>
        </p:nvSpPr>
        <p:spPr>
          <a:xfrm>
            <a:off x="876300" y="1123950"/>
            <a:ext cx="5715000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 marL="0" indent="0">
              <a:buNone/>
              <a:defRPr sz="1200"/>
            </a:lvl1pPr>
          </a:lstStyle>
          <a:p>
            <a:pPr marL="0" indent="0">
              <a:buNone/>
            </a:pPr>
            <a:r>
              <a:rPr lang="en-US" sz="1200" spc="150" dirty="0">
                <a:solidFill>
                  <a:srgbClr val="AEB4C1"/>
                </a:solidFill>
                <a:latin typeface="Source Han Sans CN"/>
                <a:ea typeface="Source Han Sans CN"/>
                <a:cs typeface="Source Han Sans CN"/>
              </a:rPr>
              <a:t>Click to add text</a:t>
            </a:r>
            <a:endParaRPr lang="en-US"/>
          </a:p>
        </p:txBody>
      </p:sp>
      <p:sp>
        <p:nvSpPr>
          <p:cNvPr id="3" name="cover-title-slot Placeholder"/>
          <p:cNvSpPr>
            <a:spLocks noGrp="1"/>
          </p:cNvSpPr>
          <p:nvPr>
            <p:ph type="title"/>
          </p:nvPr>
        </p:nvSpPr>
        <p:spPr>
          <a:xfrm>
            <a:off x="838200" y="3390900"/>
            <a:ext cx="6191250" cy="1219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4800"/>
            </a:lvl1pPr>
          </a:lstStyle>
          <a:p>
            <a:r>
              <a:rPr lang="en-US" sz="4800" b="1" spc="75" dirty="0">
                <a:solidFill>
                  <a:srgbClr val="F6F1E6"/>
                </a:solidFill>
                <a:latin typeface="Source Han Sans CN"/>
                <a:ea typeface="Source Han Sans CN"/>
                <a:cs typeface="Source Han Sans CN"/>
              </a:rPr>
              <a:t>Click to add title</a:t>
            </a:r>
            <a:endParaRPr lang="en-US"/>
          </a:p>
        </p:txBody>
      </p:sp>
      <p:sp>
        <p:nvSpPr>
          <p:cNvPr id="4" name="cover-subtitle-slot Placeholder"/>
          <p:cNvSpPr>
            <a:spLocks noGrp="1"/>
          </p:cNvSpPr>
          <p:nvPr>
            <p:ph type="subTitle" idx="2"/>
          </p:nvPr>
        </p:nvSpPr>
        <p:spPr>
          <a:xfrm>
            <a:off x="876300" y="4762500"/>
            <a:ext cx="561975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 marL="0" indent="0">
              <a:buNone/>
              <a:defRPr sz="1800"/>
            </a:lvl1pPr>
          </a:lstStyle>
          <a:p>
            <a:pPr marL="0" indent="0">
              <a:buNone/>
            </a:pPr>
            <a:r>
              <a:rPr lang="en-US" sz="1800" dirty="0">
                <a:solidFill>
                  <a:srgbClr val="AEB4C1"/>
                </a:solidFill>
                <a:latin typeface="Source Han Sans CN"/>
                <a:ea typeface="Source Han Sans CN"/>
                <a:cs typeface="Source Han Sans CN"/>
              </a:rPr>
              <a:t>Click to add subtitle</a:t>
            </a:r>
            <a:endParaRPr lang="en-US"/>
          </a:p>
        </p:txBody>
      </p:sp>
      <p:sp>
        <p:nvSpPr>
          <p:cNvPr id="5" name="cover-date-slot Placeholder"/>
          <p:cNvSpPr>
            <a:spLocks noGrp="1"/>
          </p:cNvSpPr>
          <p:nvPr>
            <p:ph type="dt" idx="3"/>
          </p:nvPr>
        </p:nvSpPr>
        <p:spPr>
          <a:xfrm>
            <a:off x="876300" y="5981700"/>
            <a:ext cx="342900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1200"/>
            </a:lvl1pPr>
          </a:lstStyle>
          <a:p>
            <a:fld id="{83B9131F-C40A-40D0-B3F1-97E6BE74905E}" type="datetimeFigureOut">
              <a:rPr lang="en-US" sz="1200" spc="75" dirty="0">
                <a:solidFill>
                  <a:srgbClr val="C9B58A"/>
                </a:solidFill>
                <a:latin typeface="Source Han Sans CN"/>
                <a:ea typeface="Source Han Sans CN"/>
                <a:cs typeface="Source Han Sans CN"/>
              </a:rPr>
              <a:t>COURSE TEMPLATE · 2026</a:t>
            </a:fld>
            <a:endParaRPr lang="en-US"/>
          </a:p>
        </p:txBody>
      </p:sp>
    </p:spTree>
    <p:extLst>
      <p:ext uri="{BB962C8B-B14F-4D97-AF65-F5344CB8AC3E}">
        <p14:creationId val="1212999818"/>
      </p:ext>
    </p:extLst>
  </p:cSld>
  <p:clrMapOvr>
    <a:masterClrMapping/>
  </p:clrMapOvr>
  <p:hf hdr="0" dt="1" ftr="0" sldNum="0"/>
</p:sldLayout>
</file>

<file path=ppt/slideLayouts/slideLayout13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INFashion 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-number-slot Placeholder"/>
          <p:cNvSpPr>
            <a:spLocks noGrp="1"/>
          </p:cNvSpPr>
          <p:nvPr>
            <p:ph type="body" idx="1"/>
          </p:nvPr>
        </p:nvSpPr>
        <p:spPr>
          <a:xfrm>
            <a:off x="819150" y="1752600"/>
            <a:ext cx="3143250" cy="1638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 marL="0" indent="0">
              <a:buNone/>
              <a:defRPr sz="11550"/>
            </a:lvl1pPr>
          </a:lstStyle>
          <a:p>
            <a:pPr marL="0" indent="0">
              <a:buNone/>
            </a:pPr>
            <a:r>
              <a:rPr lang="en-US" sz="11550" spc="-450" dirty="0">
                <a:solidFill>
                  <a:srgbClr val="C9B58A"/>
                </a:solidFill>
                <a:latin typeface="Source Han Serif CN"/>
                <a:ea typeface="Source Han Serif CN"/>
                <a:cs typeface="Source Han Serif CN"/>
              </a:rPr>
              <a:t>Click to add text</a:t>
            </a:r>
            <a:endParaRPr lang="en-US"/>
          </a:p>
        </p:txBody>
      </p:sp>
      <p:sp>
        <p:nvSpPr>
          <p:cNvPr id="3" name="chapter-title-slot Placeholder"/>
          <p:cNvSpPr>
            <a:spLocks noGrp="1"/>
          </p:cNvSpPr>
          <p:nvPr>
            <p:ph type="title"/>
          </p:nvPr>
        </p:nvSpPr>
        <p:spPr>
          <a:xfrm>
            <a:off x="876300" y="3867150"/>
            <a:ext cx="5810250" cy="685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3600"/>
            </a:lvl1pPr>
          </a:lstStyle>
          <a:p>
            <a:r>
              <a:rPr lang="en-US" sz="3600" b="1" dirty="0">
                <a:solidFill>
                  <a:srgbClr val="F6F1E6"/>
                </a:solidFill>
                <a:latin typeface="Source Han Sans CN"/>
                <a:ea typeface="Source Han Sans CN"/>
                <a:cs typeface="Source Han Sans CN"/>
              </a:rPr>
              <a:t>Click to add title</a:t>
            </a:r>
            <a:endParaRPr lang="en-US"/>
          </a:p>
        </p:txBody>
      </p:sp>
      <p:sp>
        <p:nvSpPr>
          <p:cNvPr id="4" name="chapter-desc-slot Placeholder"/>
          <p:cNvSpPr>
            <a:spLocks noGrp="1"/>
          </p:cNvSpPr>
          <p:nvPr>
            <p:ph type="subTitle" idx="2"/>
          </p:nvPr>
        </p:nvSpPr>
        <p:spPr>
          <a:xfrm>
            <a:off x="876300" y="5048250"/>
            <a:ext cx="5524500" cy="685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 marL="0" indent="0">
              <a:buNone/>
              <a:defRPr sz="1650"/>
            </a:lvl1pPr>
          </a:lstStyle>
          <a:p>
            <a:pPr marL="0" indent="0">
              <a:buNone/>
            </a:pPr>
            <a:r>
              <a:rPr lang="en-US" sz="1650" dirty="0">
                <a:solidFill>
                  <a:srgbClr val="AEB4C1"/>
                </a:solidFill>
                <a:latin typeface="Source Han Sans CN"/>
                <a:ea typeface="Source Han Sans CN"/>
                <a:cs typeface="Source Han Sans CN"/>
              </a:rPr>
              <a:t>Click to add subtitle</a:t>
            </a:r>
            <a:endParaRPr lang="en-US"/>
          </a:p>
        </p:txBody>
      </p:sp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INFashion Course 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genda-title-slot Placeholder"/>
          <p:cNvSpPr>
            <a:spLocks noGrp="1"/>
          </p:cNvSpPr>
          <p:nvPr>
            <p:ph type="title"/>
          </p:nvPr>
        </p:nvSpPr>
        <p:spPr>
          <a:xfrm>
            <a:off x="838200" y="1104900"/>
            <a:ext cx="6477000" cy="685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3450"/>
            </a:lvl1pPr>
          </a:lstStyle>
          <a:p>
            <a:r>
              <a:rPr lang="en-US" sz="3450" b="1" dirty="0">
                <a:solidFill>
                  <a:srgbClr val="F6F1E6"/>
                </a:solidFill>
                <a:latin typeface="Source Han Sans CN"/>
                <a:ea typeface="Source Han Sans CN"/>
                <a:cs typeface="Source Han Sans CN"/>
              </a:rPr>
              <a:t>Click to add title</a:t>
            </a:r>
            <a:endParaRPr lang="en-US"/>
          </a:p>
        </p:txBody>
      </p:sp>
      <p:sp>
        <p:nvSpPr>
          <p:cNvPr id="3" name="agenda-item-1-slot Placeholder"/>
          <p:cNvSpPr>
            <a:spLocks noGrp="1"/>
          </p:cNvSpPr>
          <p:nvPr>
            <p:ph type="body" idx="1"/>
          </p:nvPr>
        </p:nvSpPr>
        <p:spPr>
          <a:xfrm>
            <a:off x="1066800" y="2724150"/>
            <a:ext cx="2095500" cy="495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 marL="0" indent="0">
              <a:buNone/>
              <a:defRPr sz="1500"/>
            </a:lvl1pPr>
          </a:lstStyle>
          <a:p>
            <a:pPr marL="0" indent="0">
              <a:buNone/>
            </a:pPr>
            <a:r>
              <a:rPr lang="en-US" sz="1500" b="1" dirty="0">
                <a:solidFill>
                  <a:srgbClr val="F6F1E6"/>
                </a:solidFill>
                <a:latin typeface="Source Han Sans CN"/>
                <a:ea typeface="Source Han Sans CN"/>
                <a:cs typeface="Source Han Sans CN"/>
              </a:rPr>
              <a:t>Click to add text</a:t>
            </a:r>
            <a:endParaRPr lang="en-US"/>
          </a:p>
        </p:txBody>
      </p:sp>
      <p:sp>
        <p:nvSpPr>
          <p:cNvPr id="4" name="agenda-item-2-slot Placeholder"/>
          <p:cNvSpPr>
            <a:spLocks noGrp="1"/>
          </p:cNvSpPr>
          <p:nvPr>
            <p:ph type="body" idx="2"/>
          </p:nvPr>
        </p:nvSpPr>
        <p:spPr>
          <a:xfrm>
            <a:off x="3686175" y="2724150"/>
            <a:ext cx="2095500" cy="495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 marL="0" indent="0">
              <a:buNone/>
              <a:defRPr sz="1500"/>
            </a:lvl1pPr>
          </a:lstStyle>
          <a:p>
            <a:pPr marL="0" indent="0">
              <a:buNone/>
            </a:pPr>
            <a:r>
              <a:rPr lang="en-US" sz="1500" b="1" dirty="0">
                <a:solidFill>
                  <a:srgbClr val="F6F1E6"/>
                </a:solidFill>
                <a:latin typeface="Source Han Sans CN"/>
                <a:ea typeface="Source Han Sans CN"/>
                <a:cs typeface="Source Han Sans CN"/>
              </a:rPr>
              <a:t>Click to add text</a:t>
            </a:r>
            <a:endParaRPr lang="en-US"/>
          </a:p>
        </p:txBody>
      </p:sp>
      <p:sp>
        <p:nvSpPr>
          <p:cNvPr id="5" name="agenda-item-3-slot Placeholder"/>
          <p:cNvSpPr>
            <a:spLocks noGrp="1"/>
          </p:cNvSpPr>
          <p:nvPr>
            <p:ph type="body" idx="3"/>
          </p:nvPr>
        </p:nvSpPr>
        <p:spPr>
          <a:xfrm>
            <a:off x="6324600" y="2724150"/>
            <a:ext cx="2095500" cy="495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 marL="0" indent="0">
              <a:buNone/>
              <a:defRPr sz="1500"/>
            </a:lvl1pPr>
          </a:lstStyle>
          <a:p>
            <a:pPr marL="0" indent="0">
              <a:buNone/>
            </a:pPr>
            <a:r>
              <a:rPr lang="en-US" sz="1500" b="1" dirty="0">
                <a:solidFill>
                  <a:srgbClr val="F6F1E6"/>
                </a:solidFill>
                <a:latin typeface="Source Han Sans CN"/>
                <a:ea typeface="Source Han Sans CN"/>
                <a:cs typeface="Source Han Sans CN"/>
              </a:rPr>
              <a:t>Click to add text</a:t>
            </a:r>
            <a:endParaRPr lang="en-US"/>
          </a:p>
        </p:txBody>
      </p:sp>
      <p:sp>
        <p:nvSpPr>
          <p:cNvPr id="6" name="agenda-item-4-slot Placeholder"/>
          <p:cNvSpPr>
            <a:spLocks noGrp="1"/>
          </p:cNvSpPr>
          <p:nvPr>
            <p:ph type="body" idx="4"/>
          </p:nvPr>
        </p:nvSpPr>
        <p:spPr>
          <a:xfrm>
            <a:off x="8963025" y="2724150"/>
            <a:ext cx="2095500" cy="495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 marL="0" indent="0">
              <a:buNone/>
              <a:defRPr sz="1500"/>
            </a:lvl1pPr>
          </a:lstStyle>
          <a:p>
            <a:pPr marL="0" indent="0">
              <a:buNone/>
            </a:pPr>
            <a:r>
              <a:rPr lang="en-US" sz="1500" b="1" dirty="0">
                <a:solidFill>
                  <a:srgbClr val="F6F1E6"/>
                </a:solidFill>
                <a:latin typeface="Source Han Sans CN"/>
                <a:ea typeface="Source Han Sans CN"/>
                <a:cs typeface="Source Han Sans CN"/>
              </a:rPr>
              <a:t>Click to add text</a:t>
            </a:r>
            <a:endParaRPr lang="en-US"/>
          </a:p>
        </p:txBody>
      </p:sp>
      <p:sp>
        <p:nvSpPr>
          <p:cNvPr id="7" name="agenda-note-slot Placeholder"/>
          <p:cNvSpPr>
            <a:spLocks noGrp="1"/>
          </p:cNvSpPr>
          <p:nvPr>
            <p:ph type="body" idx="5"/>
          </p:nvPr>
        </p:nvSpPr>
        <p:spPr>
          <a:xfrm>
            <a:off x="838200" y="5162550"/>
            <a:ext cx="8572500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 marL="0" indent="0">
              <a:buNone/>
              <a:defRPr sz="1500"/>
            </a:lvl1pPr>
          </a:lstStyle>
          <a:p>
            <a:pPr marL="0" indent="0">
              <a:buNone/>
            </a:pPr>
            <a:r>
              <a:rPr lang="en-US" sz="1500" dirty="0">
                <a:solidFill>
                  <a:srgbClr val="AEB4C1"/>
                </a:solidFill>
                <a:latin typeface="Source Han Sans CN"/>
                <a:ea typeface="Source Han Sans CN"/>
                <a:cs typeface="Source Han Sans CN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INFashio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-title-slot Placeholder"/>
          <p:cNvSpPr>
            <a:spLocks noGrp="1"/>
          </p:cNvSpPr>
          <p:nvPr>
            <p:ph type="title"/>
          </p:nvPr>
        </p:nvSpPr>
        <p:spPr>
          <a:xfrm>
            <a:off x="838200" y="685800"/>
            <a:ext cx="723900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3150"/>
            </a:lvl1pPr>
          </a:lstStyle>
          <a:p>
            <a:r>
              <a:rPr lang="en-US" sz="3150" b="1" dirty="0">
                <a:solidFill>
                  <a:srgbClr val="F6F1E6"/>
                </a:solidFill>
                <a:latin typeface="Source Han Sans CN"/>
                <a:ea typeface="Source Han Sans CN"/>
                <a:cs typeface="Source Han Sans CN"/>
              </a:rPr>
              <a:t>Click to add title</a:t>
            </a:r>
            <a:endParaRPr lang="en-US"/>
          </a:p>
        </p:txBody>
      </p:sp>
      <p:sp>
        <p:nvSpPr>
          <p:cNvPr id="3" name="content-key-message-slot Placeholder"/>
          <p:cNvSpPr>
            <a:spLocks noGrp="1"/>
          </p:cNvSpPr>
          <p:nvPr>
            <p:ph type="subTitle" idx="1"/>
          </p:nvPr>
        </p:nvSpPr>
        <p:spPr>
          <a:xfrm>
            <a:off x="838200" y="2076450"/>
            <a:ext cx="5029200" cy="685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 marL="0" indent="0">
              <a:buNone/>
              <a:defRPr sz="1800"/>
            </a:lvl1pPr>
          </a:lstStyle>
          <a:p>
            <a:pPr marL="0" indent="0">
              <a:buNone/>
            </a:pPr>
            <a:r>
              <a:rPr lang="en-US" sz="1800" b="1" dirty="0">
                <a:solidFill>
                  <a:srgbClr val="C9B58A"/>
                </a:solidFill>
                <a:latin typeface="Source Han Sans CN"/>
                <a:ea typeface="Source Han Sans CN"/>
                <a:cs typeface="Source Han Sans CN"/>
              </a:rPr>
              <a:t>Click to add subtitle</a:t>
            </a:r>
            <a:endParaRPr lang="en-US"/>
          </a:p>
        </p:txBody>
      </p:sp>
      <p:sp>
        <p:nvSpPr>
          <p:cNvPr id="4" name="content-page-number-slot Placeholder"/>
          <p:cNvSpPr>
            <a:spLocks noGrp="1"/>
          </p:cNvSpPr>
          <p:nvPr>
            <p:ph type="sldNum" idx="7"/>
          </p:nvPr>
        </p:nvSpPr>
        <p:spPr>
          <a:xfrm>
            <a:off x="10725150" y="6229350"/>
            <a:ext cx="60960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1200"/>
            </a:lvl1pPr>
          </a:lstStyle>
          <a:p>
            <a:fld id="{D87EA042-53C4-43EA-A447-06C5A465D445}" type="slidenum">
              <a:rPr lang="en-US" sz="1200" dirty="0">
                <a:solidFill>
                  <a:srgbClr val="AEB4C1"/>
                </a:solidFill>
                <a:latin typeface="Source Han Sans CN"/>
                <a:ea typeface="Source Han Sans CN"/>
                <a:cs typeface="Source Han Sans CN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1212999818"/>
      </p:ext>
    </p:extLst>
  </p:cSld>
  <p:clrMapOvr>
    <a:masterClrMapping/>
  </p:clrMapOvr>
  <p:hf hdr="0" dt="0" ftr="0" sldNum="1"/>
</p:sldLayout>
</file>

<file path=ppt/slideLayouts/slideLayout16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INFashion Formula 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ula-message-slot Placeholder"/>
          <p:cNvSpPr>
            <a:spLocks noGrp="1"/>
          </p:cNvSpPr>
          <p:nvPr>
            <p:ph type="title"/>
          </p:nvPr>
        </p:nvSpPr>
        <p:spPr>
          <a:xfrm>
            <a:off x="838200" y="685800"/>
            <a:ext cx="7239000" cy="685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3450"/>
            </a:lvl1pPr>
          </a:lstStyle>
          <a:p>
            <a:r>
              <a:rPr lang="en-US" sz="3450" b="1" dirty="0">
                <a:solidFill>
                  <a:srgbClr val="F6F1E6"/>
                </a:solidFill>
                <a:latin typeface="Source Han Sans CN"/>
                <a:ea typeface="Source Han Sans CN"/>
                <a:cs typeface="Source Han Sans CN"/>
              </a:rPr>
              <a:t>Click to add title</a:t>
            </a:r>
            <a:endParaRPr lang="en-US"/>
          </a:p>
        </p:txBody>
      </p:sp>
      <p:sp>
        <p:nvSpPr>
          <p:cNvPr id="3" name="formula-subtitle-slot Placeholder"/>
          <p:cNvSpPr>
            <a:spLocks noGrp="1"/>
          </p:cNvSpPr>
          <p:nvPr>
            <p:ph type="subTitle" idx="1"/>
          </p:nvPr>
        </p:nvSpPr>
        <p:spPr>
          <a:xfrm>
            <a:off x="838200" y="1562100"/>
            <a:ext cx="7239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 marL="0" indent="0">
              <a:buNone/>
              <a:defRPr sz="1580"/>
            </a:lvl1pPr>
          </a:lstStyle>
          <a:p>
            <a:pPr marL="0" indent="0">
              <a:buNone/>
            </a:pPr>
            <a:r>
              <a:rPr lang="en-US" sz="1580" dirty="0">
                <a:solidFill>
                  <a:srgbClr val="AEB4C1"/>
                </a:solidFill>
                <a:latin typeface="Source Han Sans CN"/>
                <a:ea typeface="Source Han Sans CN"/>
                <a:cs typeface="Source Han Sans CN"/>
              </a:rPr>
              <a:t>Click to add subtitle</a:t>
            </a:r>
            <a:endParaRPr lang="en-US"/>
          </a:p>
        </p:txBody>
      </p:sp>
      <p:sp>
        <p:nvSpPr>
          <p:cNvPr id="4" name="formula-page-number-slot Placeholder"/>
          <p:cNvSpPr>
            <a:spLocks noGrp="1"/>
          </p:cNvSpPr>
          <p:nvPr>
            <p:ph type="sldNum" idx="7"/>
          </p:nvPr>
        </p:nvSpPr>
        <p:spPr>
          <a:xfrm>
            <a:off x="10725150" y="6229350"/>
            <a:ext cx="60960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1200"/>
            </a:lvl1pPr>
          </a:lstStyle>
          <a:p>
            <a:fld id="{150B8876-299D-47D2-8EF5-A3C074DCF1FF}" type="slidenum">
              <a:rPr lang="en-US" sz="1200" dirty="0">
                <a:solidFill>
                  <a:srgbClr val="AEB4C1"/>
                </a:solidFill>
                <a:latin typeface="Source Han Sans CN"/>
                <a:ea typeface="Source Han Sans CN"/>
                <a:cs typeface="Source Han Sans CN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1212999818"/>
      </p:ext>
    </p:extLst>
  </p:cSld>
  <p:clrMapOvr>
    <a:masterClrMapping/>
  </p:clrMapOvr>
  <p:hf hdr="0" dt="0" ftr="0" sldNum="1"/>
</p:sldLayout>
</file>

<file path=ppt/slideMasters/_rels/slideMaster1.xml.rels><?xml version='1.0' encoding='UTF-8' standalone='yes'?>
<Relationships xmlns="http://schemas.openxmlformats.org/package/2006/relationships"><Relationship Id="rId12" Type="http://schemas.openxmlformats.org/officeDocument/2006/relationships/theme" Target="../theme/theme1.xml"/>  <Relationship Id="rId13" Type="http://schemas.openxmlformats.org/officeDocument/2006/relationships/image" Target="../media/image_d666091d5a45ae63.png"/>
  <Relationship Id="rId14" Type="http://schemas.openxmlformats.org/officeDocument/2006/relationships/slideLayout" Target="../slideLayouts/slideLayout12.xml"/>
  <Relationship Id="rId15" Type="http://schemas.openxmlformats.org/officeDocument/2006/relationships/slideLayout" Target="../slideLayouts/slideLayout13.xml"/>
  <Relationship Id="rId16" Type="http://schemas.openxmlformats.org/officeDocument/2006/relationships/slideLayout" Target="../slideLayouts/slideLayout14.xml"/>
  <Relationship Id="rId17" Type="http://schemas.openxmlformats.org/officeDocument/2006/relationships/slideLayout" Target="../slideLayouts/slideLayout15.xml"/>
  <Relationship Id="rId18" Type="http://schemas.openxmlformats.org/officeDocument/2006/relationships/slideLayout" Target="../slideLayouts/slideLayout16.xml"/>
</Relationships>
</file>

<file path=ppt/slideMasters/slideMaster1.xml><?xml version="1.0" encoding="utf-8"?>
<p:sldMaster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 name="INFashion Dark Master">
    <p:bg>
      <p:bgPr>
        <a:solidFill>
          <a:srgbClr val="1012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ster-ambient-glow Master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2C3B58"/>
              </a:gs>
              <a:gs pos="42000">
                <a:srgbClr val="182131"/>
              </a:gs>
              <a:gs pos="100000">
                <a:srgbClr val="101218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3" name="master-dot-001 Master"/>
          <p:cNvSpPr/>
          <p:nvPr/>
        </p:nvSpPr>
        <p:spPr>
          <a:xfrm>
            <a:off x="651034" y="2509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4" name="master-dot-002 Master"/>
          <p:cNvSpPr/>
          <p:nvPr/>
        </p:nvSpPr>
        <p:spPr>
          <a:xfrm>
            <a:off x="1108234" y="2509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5" name="master-dot-003 Master"/>
          <p:cNvSpPr/>
          <p:nvPr/>
        </p:nvSpPr>
        <p:spPr>
          <a:xfrm>
            <a:off x="1565434" y="2509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6" name="master-dot-004 Master"/>
          <p:cNvSpPr/>
          <p:nvPr/>
        </p:nvSpPr>
        <p:spPr>
          <a:xfrm>
            <a:off x="2022634" y="2509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7" name="master-dot-005 Master"/>
          <p:cNvSpPr/>
          <p:nvPr/>
        </p:nvSpPr>
        <p:spPr>
          <a:xfrm>
            <a:off x="2479834" y="2509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8" name="master-dot-006 Master"/>
          <p:cNvSpPr/>
          <p:nvPr/>
        </p:nvSpPr>
        <p:spPr>
          <a:xfrm>
            <a:off x="2937034" y="2509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9" name="master-dot-007 Master"/>
          <p:cNvSpPr/>
          <p:nvPr/>
        </p:nvSpPr>
        <p:spPr>
          <a:xfrm>
            <a:off x="3394234" y="2509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10" name="master-dot-008 Master"/>
          <p:cNvSpPr/>
          <p:nvPr/>
        </p:nvSpPr>
        <p:spPr>
          <a:xfrm>
            <a:off x="3851434" y="2509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11" name="master-dot-009 Master"/>
          <p:cNvSpPr/>
          <p:nvPr/>
        </p:nvSpPr>
        <p:spPr>
          <a:xfrm>
            <a:off x="4308634" y="2509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12" name="master-dot-010 Master"/>
          <p:cNvSpPr/>
          <p:nvPr/>
        </p:nvSpPr>
        <p:spPr>
          <a:xfrm>
            <a:off x="4765834" y="2509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13" name="master-dot-011 Master"/>
          <p:cNvSpPr/>
          <p:nvPr/>
        </p:nvSpPr>
        <p:spPr>
          <a:xfrm>
            <a:off x="5223034" y="2509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14" name="master-dot-012 Master"/>
          <p:cNvSpPr/>
          <p:nvPr/>
        </p:nvSpPr>
        <p:spPr>
          <a:xfrm>
            <a:off x="5680234" y="2509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15" name="master-dot-013 Master"/>
          <p:cNvSpPr/>
          <p:nvPr/>
        </p:nvSpPr>
        <p:spPr>
          <a:xfrm>
            <a:off x="6137434" y="2509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16" name="master-dot-014 Master"/>
          <p:cNvSpPr/>
          <p:nvPr/>
        </p:nvSpPr>
        <p:spPr>
          <a:xfrm>
            <a:off x="6594634" y="2509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17" name="master-dot-015 Master"/>
          <p:cNvSpPr/>
          <p:nvPr/>
        </p:nvSpPr>
        <p:spPr>
          <a:xfrm>
            <a:off x="7051834" y="2509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18" name="master-dot-016 Master"/>
          <p:cNvSpPr/>
          <p:nvPr/>
        </p:nvSpPr>
        <p:spPr>
          <a:xfrm>
            <a:off x="7509034" y="2509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19" name="master-dot-017 Master"/>
          <p:cNvSpPr/>
          <p:nvPr/>
        </p:nvSpPr>
        <p:spPr>
          <a:xfrm>
            <a:off x="7966234" y="2509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20" name="master-dot-018 Master"/>
          <p:cNvSpPr/>
          <p:nvPr/>
        </p:nvSpPr>
        <p:spPr>
          <a:xfrm>
            <a:off x="8423434" y="2509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21" name="master-dot-019 Master"/>
          <p:cNvSpPr/>
          <p:nvPr/>
        </p:nvSpPr>
        <p:spPr>
          <a:xfrm>
            <a:off x="8880634" y="2509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22" name="master-dot-020 Master"/>
          <p:cNvSpPr/>
          <p:nvPr/>
        </p:nvSpPr>
        <p:spPr>
          <a:xfrm>
            <a:off x="9337834" y="2509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23" name="master-dot-021 Master"/>
          <p:cNvSpPr/>
          <p:nvPr/>
        </p:nvSpPr>
        <p:spPr>
          <a:xfrm>
            <a:off x="9795034" y="2509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24" name="master-dot-022 Master"/>
          <p:cNvSpPr/>
          <p:nvPr/>
        </p:nvSpPr>
        <p:spPr>
          <a:xfrm>
            <a:off x="10252234" y="2509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25" name="master-dot-023 Master"/>
          <p:cNvSpPr/>
          <p:nvPr/>
        </p:nvSpPr>
        <p:spPr>
          <a:xfrm>
            <a:off x="10709434" y="2509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26" name="master-dot-024 Master"/>
          <p:cNvSpPr/>
          <p:nvPr/>
        </p:nvSpPr>
        <p:spPr>
          <a:xfrm>
            <a:off x="11166634" y="2509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27" name="master-dot-025 Master"/>
          <p:cNvSpPr/>
          <p:nvPr/>
        </p:nvSpPr>
        <p:spPr>
          <a:xfrm>
            <a:off x="11623834" y="2509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28" name="master-dot-026 Master"/>
          <p:cNvSpPr/>
          <p:nvPr/>
        </p:nvSpPr>
        <p:spPr>
          <a:xfrm>
            <a:off x="651034" y="7081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29" name="master-dot-027 Master"/>
          <p:cNvSpPr/>
          <p:nvPr/>
        </p:nvSpPr>
        <p:spPr>
          <a:xfrm>
            <a:off x="1108234" y="7081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30" name="master-dot-028 Master"/>
          <p:cNvSpPr/>
          <p:nvPr/>
        </p:nvSpPr>
        <p:spPr>
          <a:xfrm>
            <a:off x="1565434" y="7081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31" name="master-dot-029 Master"/>
          <p:cNvSpPr/>
          <p:nvPr/>
        </p:nvSpPr>
        <p:spPr>
          <a:xfrm>
            <a:off x="2022634" y="7081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32" name="master-dot-030 Master"/>
          <p:cNvSpPr/>
          <p:nvPr/>
        </p:nvSpPr>
        <p:spPr>
          <a:xfrm>
            <a:off x="2479834" y="7081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33" name="master-dot-031 Master"/>
          <p:cNvSpPr/>
          <p:nvPr/>
        </p:nvSpPr>
        <p:spPr>
          <a:xfrm>
            <a:off x="2937034" y="7081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34" name="master-dot-032 Master"/>
          <p:cNvSpPr/>
          <p:nvPr/>
        </p:nvSpPr>
        <p:spPr>
          <a:xfrm>
            <a:off x="3394234" y="7081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35" name="master-dot-033 Master"/>
          <p:cNvSpPr/>
          <p:nvPr/>
        </p:nvSpPr>
        <p:spPr>
          <a:xfrm>
            <a:off x="3851434" y="7081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36" name="master-dot-034 Master"/>
          <p:cNvSpPr/>
          <p:nvPr/>
        </p:nvSpPr>
        <p:spPr>
          <a:xfrm>
            <a:off x="4308634" y="7081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37" name="master-dot-035 Master"/>
          <p:cNvSpPr/>
          <p:nvPr/>
        </p:nvSpPr>
        <p:spPr>
          <a:xfrm>
            <a:off x="4765834" y="7081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38" name="master-dot-036 Master"/>
          <p:cNvSpPr/>
          <p:nvPr/>
        </p:nvSpPr>
        <p:spPr>
          <a:xfrm>
            <a:off x="5223034" y="7081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39" name="master-dot-037 Master"/>
          <p:cNvSpPr/>
          <p:nvPr/>
        </p:nvSpPr>
        <p:spPr>
          <a:xfrm>
            <a:off x="5680234" y="7081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40" name="master-dot-038 Master"/>
          <p:cNvSpPr/>
          <p:nvPr/>
        </p:nvSpPr>
        <p:spPr>
          <a:xfrm>
            <a:off x="6137434" y="7081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41" name="master-dot-039 Master"/>
          <p:cNvSpPr/>
          <p:nvPr/>
        </p:nvSpPr>
        <p:spPr>
          <a:xfrm>
            <a:off x="6594634" y="7081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42" name="master-dot-040 Master"/>
          <p:cNvSpPr/>
          <p:nvPr/>
        </p:nvSpPr>
        <p:spPr>
          <a:xfrm>
            <a:off x="7051834" y="7081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43" name="master-dot-041 Master"/>
          <p:cNvSpPr/>
          <p:nvPr/>
        </p:nvSpPr>
        <p:spPr>
          <a:xfrm>
            <a:off x="7509034" y="7081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44" name="master-dot-042 Master"/>
          <p:cNvSpPr/>
          <p:nvPr/>
        </p:nvSpPr>
        <p:spPr>
          <a:xfrm>
            <a:off x="7966234" y="7081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45" name="master-dot-043 Master"/>
          <p:cNvSpPr/>
          <p:nvPr/>
        </p:nvSpPr>
        <p:spPr>
          <a:xfrm>
            <a:off x="8423434" y="7081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46" name="master-dot-044 Master"/>
          <p:cNvSpPr/>
          <p:nvPr/>
        </p:nvSpPr>
        <p:spPr>
          <a:xfrm>
            <a:off x="8880634" y="7081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47" name="master-dot-045 Master"/>
          <p:cNvSpPr/>
          <p:nvPr/>
        </p:nvSpPr>
        <p:spPr>
          <a:xfrm>
            <a:off x="9337834" y="7081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48" name="master-dot-046 Master"/>
          <p:cNvSpPr/>
          <p:nvPr/>
        </p:nvSpPr>
        <p:spPr>
          <a:xfrm>
            <a:off x="9795034" y="7081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49" name="master-dot-047 Master"/>
          <p:cNvSpPr/>
          <p:nvPr/>
        </p:nvSpPr>
        <p:spPr>
          <a:xfrm>
            <a:off x="10252234" y="7081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50" name="master-dot-048 Master"/>
          <p:cNvSpPr/>
          <p:nvPr/>
        </p:nvSpPr>
        <p:spPr>
          <a:xfrm>
            <a:off x="10709434" y="7081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51" name="master-dot-049 Master"/>
          <p:cNvSpPr/>
          <p:nvPr/>
        </p:nvSpPr>
        <p:spPr>
          <a:xfrm>
            <a:off x="11166634" y="7081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52" name="master-dot-050 Master"/>
          <p:cNvSpPr/>
          <p:nvPr/>
        </p:nvSpPr>
        <p:spPr>
          <a:xfrm>
            <a:off x="11623834" y="7081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53" name="master-dot-051 Master"/>
          <p:cNvSpPr/>
          <p:nvPr/>
        </p:nvSpPr>
        <p:spPr>
          <a:xfrm>
            <a:off x="651034" y="11653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54" name="master-dot-052 Master"/>
          <p:cNvSpPr/>
          <p:nvPr/>
        </p:nvSpPr>
        <p:spPr>
          <a:xfrm>
            <a:off x="1108234" y="11653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55" name="master-dot-053 Master"/>
          <p:cNvSpPr/>
          <p:nvPr/>
        </p:nvSpPr>
        <p:spPr>
          <a:xfrm>
            <a:off x="1565434" y="11653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56" name="master-dot-054 Master"/>
          <p:cNvSpPr/>
          <p:nvPr/>
        </p:nvSpPr>
        <p:spPr>
          <a:xfrm>
            <a:off x="2022634" y="11653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57" name="master-dot-055 Master"/>
          <p:cNvSpPr/>
          <p:nvPr/>
        </p:nvSpPr>
        <p:spPr>
          <a:xfrm>
            <a:off x="2479834" y="11653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58" name="master-dot-056 Master"/>
          <p:cNvSpPr/>
          <p:nvPr/>
        </p:nvSpPr>
        <p:spPr>
          <a:xfrm>
            <a:off x="2937034" y="11653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59" name="master-dot-057 Master"/>
          <p:cNvSpPr/>
          <p:nvPr/>
        </p:nvSpPr>
        <p:spPr>
          <a:xfrm>
            <a:off x="3394234" y="11653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60" name="master-dot-058 Master"/>
          <p:cNvSpPr/>
          <p:nvPr/>
        </p:nvSpPr>
        <p:spPr>
          <a:xfrm>
            <a:off x="3851434" y="11653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61" name="master-dot-059 Master"/>
          <p:cNvSpPr/>
          <p:nvPr/>
        </p:nvSpPr>
        <p:spPr>
          <a:xfrm>
            <a:off x="4308634" y="11653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62" name="master-dot-060 Master"/>
          <p:cNvSpPr/>
          <p:nvPr/>
        </p:nvSpPr>
        <p:spPr>
          <a:xfrm>
            <a:off x="4765834" y="11653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63" name="master-dot-061 Master"/>
          <p:cNvSpPr/>
          <p:nvPr/>
        </p:nvSpPr>
        <p:spPr>
          <a:xfrm>
            <a:off x="5223034" y="11653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64" name="master-dot-062 Master"/>
          <p:cNvSpPr/>
          <p:nvPr/>
        </p:nvSpPr>
        <p:spPr>
          <a:xfrm>
            <a:off x="5680234" y="11653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65" name="master-dot-063 Master"/>
          <p:cNvSpPr/>
          <p:nvPr/>
        </p:nvSpPr>
        <p:spPr>
          <a:xfrm>
            <a:off x="6137434" y="11653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66" name="master-dot-064 Master"/>
          <p:cNvSpPr/>
          <p:nvPr/>
        </p:nvSpPr>
        <p:spPr>
          <a:xfrm>
            <a:off x="6594634" y="11653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67" name="master-dot-065 Master"/>
          <p:cNvSpPr/>
          <p:nvPr/>
        </p:nvSpPr>
        <p:spPr>
          <a:xfrm>
            <a:off x="7051834" y="11653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68" name="master-dot-066 Master"/>
          <p:cNvSpPr/>
          <p:nvPr/>
        </p:nvSpPr>
        <p:spPr>
          <a:xfrm>
            <a:off x="7509034" y="11653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69" name="master-dot-067 Master"/>
          <p:cNvSpPr/>
          <p:nvPr/>
        </p:nvSpPr>
        <p:spPr>
          <a:xfrm>
            <a:off x="7966234" y="11653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70" name="master-dot-068 Master"/>
          <p:cNvSpPr/>
          <p:nvPr/>
        </p:nvSpPr>
        <p:spPr>
          <a:xfrm>
            <a:off x="8423434" y="11653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71" name="master-dot-069 Master"/>
          <p:cNvSpPr/>
          <p:nvPr/>
        </p:nvSpPr>
        <p:spPr>
          <a:xfrm>
            <a:off x="8880634" y="11653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72" name="master-dot-070 Master"/>
          <p:cNvSpPr/>
          <p:nvPr/>
        </p:nvSpPr>
        <p:spPr>
          <a:xfrm>
            <a:off x="9337834" y="11653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73" name="master-dot-071 Master"/>
          <p:cNvSpPr/>
          <p:nvPr/>
        </p:nvSpPr>
        <p:spPr>
          <a:xfrm>
            <a:off x="9795034" y="11653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74" name="master-dot-072 Master"/>
          <p:cNvSpPr/>
          <p:nvPr/>
        </p:nvSpPr>
        <p:spPr>
          <a:xfrm>
            <a:off x="10252234" y="11653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75" name="master-dot-073 Master"/>
          <p:cNvSpPr/>
          <p:nvPr/>
        </p:nvSpPr>
        <p:spPr>
          <a:xfrm>
            <a:off x="10709434" y="11653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76" name="master-dot-074 Master"/>
          <p:cNvSpPr/>
          <p:nvPr/>
        </p:nvSpPr>
        <p:spPr>
          <a:xfrm>
            <a:off x="11166634" y="11653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77" name="master-dot-075 Master"/>
          <p:cNvSpPr/>
          <p:nvPr/>
        </p:nvSpPr>
        <p:spPr>
          <a:xfrm>
            <a:off x="11623834" y="11653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78" name="master-dot-076 Master"/>
          <p:cNvSpPr/>
          <p:nvPr/>
        </p:nvSpPr>
        <p:spPr>
          <a:xfrm>
            <a:off x="651034" y="16225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79" name="master-dot-077 Master"/>
          <p:cNvSpPr/>
          <p:nvPr/>
        </p:nvSpPr>
        <p:spPr>
          <a:xfrm>
            <a:off x="1108234" y="16225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80" name="master-dot-078 Master"/>
          <p:cNvSpPr/>
          <p:nvPr/>
        </p:nvSpPr>
        <p:spPr>
          <a:xfrm>
            <a:off x="1565434" y="16225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81" name="master-dot-079 Master"/>
          <p:cNvSpPr/>
          <p:nvPr/>
        </p:nvSpPr>
        <p:spPr>
          <a:xfrm>
            <a:off x="2022634" y="16225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82" name="master-dot-080 Master"/>
          <p:cNvSpPr/>
          <p:nvPr/>
        </p:nvSpPr>
        <p:spPr>
          <a:xfrm>
            <a:off x="2479834" y="16225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83" name="master-dot-081 Master"/>
          <p:cNvSpPr/>
          <p:nvPr/>
        </p:nvSpPr>
        <p:spPr>
          <a:xfrm>
            <a:off x="2937034" y="16225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84" name="master-dot-082 Master"/>
          <p:cNvSpPr/>
          <p:nvPr/>
        </p:nvSpPr>
        <p:spPr>
          <a:xfrm>
            <a:off x="3394234" y="16225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85" name="master-dot-083 Master"/>
          <p:cNvSpPr/>
          <p:nvPr/>
        </p:nvSpPr>
        <p:spPr>
          <a:xfrm>
            <a:off x="3851434" y="16225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86" name="master-dot-084 Master"/>
          <p:cNvSpPr/>
          <p:nvPr/>
        </p:nvSpPr>
        <p:spPr>
          <a:xfrm>
            <a:off x="4308634" y="16225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87" name="master-dot-085 Master"/>
          <p:cNvSpPr/>
          <p:nvPr/>
        </p:nvSpPr>
        <p:spPr>
          <a:xfrm>
            <a:off x="4765834" y="16225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88" name="master-dot-086 Master"/>
          <p:cNvSpPr/>
          <p:nvPr/>
        </p:nvSpPr>
        <p:spPr>
          <a:xfrm>
            <a:off x="5223034" y="16225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89" name="master-dot-087 Master"/>
          <p:cNvSpPr/>
          <p:nvPr/>
        </p:nvSpPr>
        <p:spPr>
          <a:xfrm>
            <a:off x="5680234" y="16225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90" name="master-dot-088 Master"/>
          <p:cNvSpPr/>
          <p:nvPr/>
        </p:nvSpPr>
        <p:spPr>
          <a:xfrm>
            <a:off x="6137434" y="16225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91" name="master-dot-089 Master"/>
          <p:cNvSpPr/>
          <p:nvPr/>
        </p:nvSpPr>
        <p:spPr>
          <a:xfrm>
            <a:off x="6594634" y="16225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92" name="master-dot-090 Master"/>
          <p:cNvSpPr/>
          <p:nvPr/>
        </p:nvSpPr>
        <p:spPr>
          <a:xfrm>
            <a:off x="7051834" y="16225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93" name="master-dot-091 Master"/>
          <p:cNvSpPr/>
          <p:nvPr/>
        </p:nvSpPr>
        <p:spPr>
          <a:xfrm>
            <a:off x="7509034" y="16225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94" name="master-dot-092 Master"/>
          <p:cNvSpPr/>
          <p:nvPr/>
        </p:nvSpPr>
        <p:spPr>
          <a:xfrm>
            <a:off x="7966234" y="16225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95" name="master-dot-093 Master"/>
          <p:cNvSpPr/>
          <p:nvPr/>
        </p:nvSpPr>
        <p:spPr>
          <a:xfrm>
            <a:off x="8423434" y="16225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96" name="master-dot-094 Master"/>
          <p:cNvSpPr/>
          <p:nvPr/>
        </p:nvSpPr>
        <p:spPr>
          <a:xfrm>
            <a:off x="8880634" y="16225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97" name="master-dot-095 Master"/>
          <p:cNvSpPr/>
          <p:nvPr/>
        </p:nvSpPr>
        <p:spPr>
          <a:xfrm>
            <a:off x="9337834" y="16225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98" name="master-dot-096 Master"/>
          <p:cNvSpPr/>
          <p:nvPr/>
        </p:nvSpPr>
        <p:spPr>
          <a:xfrm>
            <a:off x="9795034" y="16225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99" name="master-dot-097 Master"/>
          <p:cNvSpPr/>
          <p:nvPr/>
        </p:nvSpPr>
        <p:spPr>
          <a:xfrm>
            <a:off x="10252234" y="16225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100" name="master-dot-098 Master"/>
          <p:cNvSpPr/>
          <p:nvPr/>
        </p:nvSpPr>
        <p:spPr>
          <a:xfrm>
            <a:off x="10709434" y="16225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101" name="master-dot-099 Master"/>
          <p:cNvSpPr/>
          <p:nvPr/>
        </p:nvSpPr>
        <p:spPr>
          <a:xfrm>
            <a:off x="11166634" y="16225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102" name="master-dot-100 Master"/>
          <p:cNvSpPr/>
          <p:nvPr/>
        </p:nvSpPr>
        <p:spPr>
          <a:xfrm>
            <a:off x="11623834" y="16225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103" name="master-dot-101 Master"/>
          <p:cNvSpPr/>
          <p:nvPr/>
        </p:nvSpPr>
        <p:spPr>
          <a:xfrm>
            <a:off x="651034" y="20797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104" name="master-dot-102 Master"/>
          <p:cNvSpPr/>
          <p:nvPr/>
        </p:nvSpPr>
        <p:spPr>
          <a:xfrm>
            <a:off x="1108234" y="20797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105" name="master-dot-103 Master"/>
          <p:cNvSpPr/>
          <p:nvPr/>
        </p:nvSpPr>
        <p:spPr>
          <a:xfrm>
            <a:off x="1565434" y="20797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106" name="master-dot-104 Master"/>
          <p:cNvSpPr/>
          <p:nvPr/>
        </p:nvSpPr>
        <p:spPr>
          <a:xfrm>
            <a:off x="2022634" y="20797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107" name="master-dot-105 Master"/>
          <p:cNvSpPr/>
          <p:nvPr/>
        </p:nvSpPr>
        <p:spPr>
          <a:xfrm>
            <a:off x="2479834" y="20797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108" name="master-dot-106 Master"/>
          <p:cNvSpPr/>
          <p:nvPr/>
        </p:nvSpPr>
        <p:spPr>
          <a:xfrm>
            <a:off x="2937034" y="20797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109" name="master-dot-107 Master"/>
          <p:cNvSpPr/>
          <p:nvPr/>
        </p:nvSpPr>
        <p:spPr>
          <a:xfrm>
            <a:off x="3394234" y="20797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110" name="master-dot-108 Master"/>
          <p:cNvSpPr/>
          <p:nvPr/>
        </p:nvSpPr>
        <p:spPr>
          <a:xfrm>
            <a:off x="3851434" y="20797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111" name="master-dot-109 Master"/>
          <p:cNvSpPr/>
          <p:nvPr/>
        </p:nvSpPr>
        <p:spPr>
          <a:xfrm>
            <a:off x="4308634" y="20797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112" name="master-dot-110 Master"/>
          <p:cNvSpPr/>
          <p:nvPr/>
        </p:nvSpPr>
        <p:spPr>
          <a:xfrm>
            <a:off x="4765834" y="20797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113" name="master-dot-111 Master"/>
          <p:cNvSpPr/>
          <p:nvPr/>
        </p:nvSpPr>
        <p:spPr>
          <a:xfrm>
            <a:off x="5223034" y="20797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114" name="master-dot-112 Master"/>
          <p:cNvSpPr/>
          <p:nvPr/>
        </p:nvSpPr>
        <p:spPr>
          <a:xfrm>
            <a:off x="5680234" y="20797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115" name="master-dot-113 Master"/>
          <p:cNvSpPr/>
          <p:nvPr/>
        </p:nvSpPr>
        <p:spPr>
          <a:xfrm>
            <a:off x="6137434" y="20797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116" name="master-dot-114 Master"/>
          <p:cNvSpPr/>
          <p:nvPr/>
        </p:nvSpPr>
        <p:spPr>
          <a:xfrm>
            <a:off x="6594634" y="20797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117" name="master-dot-115 Master"/>
          <p:cNvSpPr/>
          <p:nvPr/>
        </p:nvSpPr>
        <p:spPr>
          <a:xfrm>
            <a:off x="7051834" y="20797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118" name="master-dot-116 Master"/>
          <p:cNvSpPr/>
          <p:nvPr/>
        </p:nvSpPr>
        <p:spPr>
          <a:xfrm>
            <a:off x="7509034" y="20797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119" name="master-dot-117 Master"/>
          <p:cNvSpPr/>
          <p:nvPr/>
        </p:nvSpPr>
        <p:spPr>
          <a:xfrm>
            <a:off x="7966234" y="20797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120" name="master-dot-118 Master"/>
          <p:cNvSpPr/>
          <p:nvPr/>
        </p:nvSpPr>
        <p:spPr>
          <a:xfrm>
            <a:off x="8423434" y="20797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121" name="master-dot-119 Master"/>
          <p:cNvSpPr/>
          <p:nvPr/>
        </p:nvSpPr>
        <p:spPr>
          <a:xfrm>
            <a:off x="8880634" y="20797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122" name="master-dot-120 Master"/>
          <p:cNvSpPr/>
          <p:nvPr/>
        </p:nvSpPr>
        <p:spPr>
          <a:xfrm>
            <a:off x="9337834" y="20797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123" name="master-dot-121 Master"/>
          <p:cNvSpPr/>
          <p:nvPr/>
        </p:nvSpPr>
        <p:spPr>
          <a:xfrm>
            <a:off x="9795034" y="20797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124" name="master-dot-122 Master"/>
          <p:cNvSpPr/>
          <p:nvPr/>
        </p:nvSpPr>
        <p:spPr>
          <a:xfrm>
            <a:off x="10252234" y="20797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125" name="master-dot-123 Master"/>
          <p:cNvSpPr/>
          <p:nvPr/>
        </p:nvSpPr>
        <p:spPr>
          <a:xfrm>
            <a:off x="10709434" y="20797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126" name="master-dot-124 Master"/>
          <p:cNvSpPr/>
          <p:nvPr/>
        </p:nvSpPr>
        <p:spPr>
          <a:xfrm>
            <a:off x="11166634" y="20797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127" name="master-dot-125 Master"/>
          <p:cNvSpPr/>
          <p:nvPr/>
        </p:nvSpPr>
        <p:spPr>
          <a:xfrm>
            <a:off x="11623834" y="20797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128" name="master-dot-126 Master"/>
          <p:cNvSpPr/>
          <p:nvPr/>
        </p:nvSpPr>
        <p:spPr>
          <a:xfrm>
            <a:off x="651034" y="25369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129" name="master-dot-127 Master"/>
          <p:cNvSpPr/>
          <p:nvPr/>
        </p:nvSpPr>
        <p:spPr>
          <a:xfrm>
            <a:off x="1108234" y="25369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130" name="master-dot-128 Master"/>
          <p:cNvSpPr/>
          <p:nvPr/>
        </p:nvSpPr>
        <p:spPr>
          <a:xfrm>
            <a:off x="1565434" y="25369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131" name="master-dot-129 Master"/>
          <p:cNvSpPr/>
          <p:nvPr/>
        </p:nvSpPr>
        <p:spPr>
          <a:xfrm>
            <a:off x="2022634" y="25369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132" name="master-dot-130 Master"/>
          <p:cNvSpPr/>
          <p:nvPr/>
        </p:nvSpPr>
        <p:spPr>
          <a:xfrm>
            <a:off x="2479834" y="25369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133" name="master-dot-131 Master"/>
          <p:cNvSpPr/>
          <p:nvPr/>
        </p:nvSpPr>
        <p:spPr>
          <a:xfrm>
            <a:off x="2937034" y="25369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134" name="master-dot-132 Master"/>
          <p:cNvSpPr/>
          <p:nvPr/>
        </p:nvSpPr>
        <p:spPr>
          <a:xfrm>
            <a:off x="3394234" y="25369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135" name="master-dot-133 Master"/>
          <p:cNvSpPr/>
          <p:nvPr/>
        </p:nvSpPr>
        <p:spPr>
          <a:xfrm>
            <a:off x="3851434" y="25369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136" name="master-dot-134 Master"/>
          <p:cNvSpPr/>
          <p:nvPr/>
        </p:nvSpPr>
        <p:spPr>
          <a:xfrm>
            <a:off x="4308634" y="25369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137" name="master-dot-135 Master"/>
          <p:cNvSpPr/>
          <p:nvPr/>
        </p:nvSpPr>
        <p:spPr>
          <a:xfrm>
            <a:off x="4765834" y="25369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138" name="master-dot-136 Master"/>
          <p:cNvSpPr/>
          <p:nvPr/>
        </p:nvSpPr>
        <p:spPr>
          <a:xfrm>
            <a:off x="5223034" y="25369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139" name="master-dot-137 Master"/>
          <p:cNvSpPr/>
          <p:nvPr/>
        </p:nvSpPr>
        <p:spPr>
          <a:xfrm>
            <a:off x="5680234" y="25369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140" name="master-dot-138 Master"/>
          <p:cNvSpPr/>
          <p:nvPr/>
        </p:nvSpPr>
        <p:spPr>
          <a:xfrm>
            <a:off x="6137434" y="25369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141" name="master-dot-139 Master"/>
          <p:cNvSpPr/>
          <p:nvPr/>
        </p:nvSpPr>
        <p:spPr>
          <a:xfrm>
            <a:off x="6594634" y="25369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142" name="master-dot-140 Master"/>
          <p:cNvSpPr/>
          <p:nvPr/>
        </p:nvSpPr>
        <p:spPr>
          <a:xfrm>
            <a:off x="7051834" y="25369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143" name="master-dot-141 Master"/>
          <p:cNvSpPr/>
          <p:nvPr/>
        </p:nvSpPr>
        <p:spPr>
          <a:xfrm>
            <a:off x="7509034" y="25369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144" name="master-dot-142 Master"/>
          <p:cNvSpPr/>
          <p:nvPr/>
        </p:nvSpPr>
        <p:spPr>
          <a:xfrm>
            <a:off x="7966234" y="25369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145" name="master-dot-143 Master"/>
          <p:cNvSpPr/>
          <p:nvPr/>
        </p:nvSpPr>
        <p:spPr>
          <a:xfrm>
            <a:off x="8423434" y="25369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146" name="master-dot-144 Master"/>
          <p:cNvSpPr/>
          <p:nvPr/>
        </p:nvSpPr>
        <p:spPr>
          <a:xfrm>
            <a:off x="8880634" y="25369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147" name="master-dot-145 Master"/>
          <p:cNvSpPr/>
          <p:nvPr/>
        </p:nvSpPr>
        <p:spPr>
          <a:xfrm>
            <a:off x="9337834" y="25369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148" name="master-dot-146 Master"/>
          <p:cNvSpPr/>
          <p:nvPr/>
        </p:nvSpPr>
        <p:spPr>
          <a:xfrm>
            <a:off x="9795034" y="25369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149" name="master-dot-147 Master"/>
          <p:cNvSpPr/>
          <p:nvPr/>
        </p:nvSpPr>
        <p:spPr>
          <a:xfrm>
            <a:off x="10252234" y="25369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150" name="master-dot-148 Master"/>
          <p:cNvSpPr/>
          <p:nvPr/>
        </p:nvSpPr>
        <p:spPr>
          <a:xfrm>
            <a:off x="10709434" y="25369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151" name="master-dot-149 Master"/>
          <p:cNvSpPr/>
          <p:nvPr/>
        </p:nvSpPr>
        <p:spPr>
          <a:xfrm>
            <a:off x="11166634" y="25369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152" name="master-dot-150 Master"/>
          <p:cNvSpPr/>
          <p:nvPr/>
        </p:nvSpPr>
        <p:spPr>
          <a:xfrm>
            <a:off x="11623834" y="25369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153" name="master-dot-151 Master"/>
          <p:cNvSpPr/>
          <p:nvPr/>
        </p:nvSpPr>
        <p:spPr>
          <a:xfrm>
            <a:off x="651034" y="29941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154" name="master-dot-152 Master"/>
          <p:cNvSpPr/>
          <p:nvPr/>
        </p:nvSpPr>
        <p:spPr>
          <a:xfrm>
            <a:off x="1108234" y="29941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155" name="master-dot-153 Master"/>
          <p:cNvSpPr/>
          <p:nvPr/>
        </p:nvSpPr>
        <p:spPr>
          <a:xfrm>
            <a:off x="1565434" y="29941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156" name="master-dot-154 Master"/>
          <p:cNvSpPr/>
          <p:nvPr/>
        </p:nvSpPr>
        <p:spPr>
          <a:xfrm>
            <a:off x="2022634" y="29941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157" name="master-dot-155 Master"/>
          <p:cNvSpPr/>
          <p:nvPr/>
        </p:nvSpPr>
        <p:spPr>
          <a:xfrm>
            <a:off x="2479834" y="29941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158" name="master-dot-156 Master"/>
          <p:cNvSpPr/>
          <p:nvPr/>
        </p:nvSpPr>
        <p:spPr>
          <a:xfrm>
            <a:off x="2937034" y="29941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159" name="master-dot-157 Master"/>
          <p:cNvSpPr/>
          <p:nvPr/>
        </p:nvSpPr>
        <p:spPr>
          <a:xfrm>
            <a:off x="3394234" y="29941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160" name="master-dot-158 Master"/>
          <p:cNvSpPr/>
          <p:nvPr/>
        </p:nvSpPr>
        <p:spPr>
          <a:xfrm>
            <a:off x="3851434" y="29941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161" name="master-dot-159 Master"/>
          <p:cNvSpPr/>
          <p:nvPr/>
        </p:nvSpPr>
        <p:spPr>
          <a:xfrm>
            <a:off x="4308634" y="29941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162" name="master-dot-160 Master"/>
          <p:cNvSpPr/>
          <p:nvPr/>
        </p:nvSpPr>
        <p:spPr>
          <a:xfrm>
            <a:off x="4765834" y="29941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163" name="master-dot-161 Master"/>
          <p:cNvSpPr/>
          <p:nvPr/>
        </p:nvSpPr>
        <p:spPr>
          <a:xfrm>
            <a:off x="5223034" y="29941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164" name="master-dot-162 Master"/>
          <p:cNvSpPr/>
          <p:nvPr/>
        </p:nvSpPr>
        <p:spPr>
          <a:xfrm>
            <a:off x="5680234" y="29941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165" name="master-dot-163 Master"/>
          <p:cNvSpPr/>
          <p:nvPr/>
        </p:nvSpPr>
        <p:spPr>
          <a:xfrm>
            <a:off x="6137434" y="29941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166" name="master-dot-164 Master"/>
          <p:cNvSpPr/>
          <p:nvPr/>
        </p:nvSpPr>
        <p:spPr>
          <a:xfrm>
            <a:off x="6594634" y="29941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167" name="master-dot-165 Master"/>
          <p:cNvSpPr/>
          <p:nvPr/>
        </p:nvSpPr>
        <p:spPr>
          <a:xfrm>
            <a:off x="7051834" y="29941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168" name="master-dot-166 Master"/>
          <p:cNvSpPr/>
          <p:nvPr/>
        </p:nvSpPr>
        <p:spPr>
          <a:xfrm>
            <a:off x="7509034" y="29941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169" name="master-dot-167 Master"/>
          <p:cNvSpPr/>
          <p:nvPr/>
        </p:nvSpPr>
        <p:spPr>
          <a:xfrm>
            <a:off x="7966234" y="29941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170" name="master-dot-168 Master"/>
          <p:cNvSpPr/>
          <p:nvPr/>
        </p:nvSpPr>
        <p:spPr>
          <a:xfrm>
            <a:off x="8423434" y="29941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171" name="master-dot-169 Master"/>
          <p:cNvSpPr/>
          <p:nvPr/>
        </p:nvSpPr>
        <p:spPr>
          <a:xfrm>
            <a:off x="8880634" y="29941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172" name="master-dot-170 Master"/>
          <p:cNvSpPr/>
          <p:nvPr/>
        </p:nvSpPr>
        <p:spPr>
          <a:xfrm>
            <a:off x="9337834" y="29941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173" name="master-dot-171 Master"/>
          <p:cNvSpPr/>
          <p:nvPr/>
        </p:nvSpPr>
        <p:spPr>
          <a:xfrm>
            <a:off x="9795034" y="29941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174" name="master-dot-172 Master"/>
          <p:cNvSpPr/>
          <p:nvPr/>
        </p:nvSpPr>
        <p:spPr>
          <a:xfrm>
            <a:off x="10252234" y="29941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175" name="master-dot-173 Master"/>
          <p:cNvSpPr/>
          <p:nvPr/>
        </p:nvSpPr>
        <p:spPr>
          <a:xfrm>
            <a:off x="10709434" y="29941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176" name="master-dot-174 Master"/>
          <p:cNvSpPr/>
          <p:nvPr/>
        </p:nvSpPr>
        <p:spPr>
          <a:xfrm>
            <a:off x="11166634" y="29941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177" name="master-dot-175 Master"/>
          <p:cNvSpPr/>
          <p:nvPr/>
        </p:nvSpPr>
        <p:spPr>
          <a:xfrm>
            <a:off x="11623834" y="29941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178" name="master-dot-176 Master"/>
          <p:cNvSpPr/>
          <p:nvPr/>
        </p:nvSpPr>
        <p:spPr>
          <a:xfrm>
            <a:off x="651034" y="34513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179" name="master-dot-177 Master"/>
          <p:cNvSpPr/>
          <p:nvPr/>
        </p:nvSpPr>
        <p:spPr>
          <a:xfrm>
            <a:off x="1108234" y="34513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180" name="master-dot-178 Master"/>
          <p:cNvSpPr/>
          <p:nvPr/>
        </p:nvSpPr>
        <p:spPr>
          <a:xfrm>
            <a:off x="1565434" y="34513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181" name="master-dot-179 Master"/>
          <p:cNvSpPr/>
          <p:nvPr/>
        </p:nvSpPr>
        <p:spPr>
          <a:xfrm>
            <a:off x="2022634" y="34513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182" name="master-dot-180 Master"/>
          <p:cNvSpPr/>
          <p:nvPr/>
        </p:nvSpPr>
        <p:spPr>
          <a:xfrm>
            <a:off x="2479834" y="34513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183" name="master-dot-181 Master"/>
          <p:cNvSpPr/>
          <p:nvPr/>
        </p:nvSpPr>
        <p:spPr>
          <a:xfrm>
            <a:off x="2937034" y="34513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184" name="master-dot-182 Master"/>
          <p:cNvSpPr/>
          <p:nvPr/>
        </p:nvSpPr>
        <p:spPr>
          <a:xfrm>
            <a:off x="3394234" y="34513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185" name="master-dot-183 Master"/>
          <p:cNvSpPr/>
          <p:nvPr/>
        </p:nvSpPr>
        <p:spPr>
          <a:xfrm>
            <a:off x="3851434" y="34513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186" name="master-dot-184 Master"/>
          <p:cNvSpPr/>
          <p:nvPr/>
        </p:nvSpPr>
        <p:spPr>
          <a:xfrm>
            <a:off x="4308634" y="34513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187" name="master-dot-185 Master"/>
          <p:cNvSpPr/>
          <p:nvPr/>
        </p:nvSpPr>
        <p:spPr>
          <a:xfrm>
            <a:off x="4765834" y="34513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188" name="master-dot-186 Master"/>
          <p:cNvSpPr/>
          <p:nvPr/>
        </p:nvSpPr>
        <p:spPr>
          <a:xfrm>
            <a:off x="5223034" y="34513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189" name="master-dot-187 Master"/>
          <p:cNvSpPr/>
          <p:nvPr/>
        </p:nvSpPr>
        <p:spPr>
          <a:xfrm>
            <a:off x="5680234" y="34513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190" name="master-dot-188 Master"/>
          <p:cNvSpPr/>
          <p:nvPr/>
        </p:nvSpPr>
        <p:spPr>
          <a:xfrm>
            <a:off x="6137434" y="34513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191" name="master-dot-189 Master"/>
          <p:cNvSpPr/>
          <p:nvPr/>
        </p:nvSpPr>
        <p:spPr>
          <a:xfrm>
            <a:off x="6594634" y="34513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192" name="master-dot-190 Master"/>
          <p:cNvSpPr/>
          <p:nvPr/>
        </p:nvSpPr>
        <p:spPr>
          <a:xfrm>
            <a:off x="7051834" y="34513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193" name="master-dot-191 Master"/>
          <p:cNvSpPr/>
          <p:nvPr/>
        </p:nvSpPr>
        <p:spPr>
          <a:xfrm>
            <a:off x="7509034" y="34513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194" name="master-dot-192 Master"/>
          <p:cNvSpPr/>
          <p:nvPr/>
        </p:nvSpPr>
        <p:spPr>
          <a:xfrm>
            <a:off x="7966234" y="34513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195" name="master-dot-193 Master"/>
          <p:cNvSpPr/>
          <p:nvPr/>
        </p:nvSpPr>
        <p:spPr>
          <a:xfrm>
            <a:off x="8423434" y="34513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196" name="master-dot-194 Master"/>
          <p:cNvSpPr/>
          <p:nvPr/>
        </p:nvSpPr>
        <p:spPr>
          <a:xfrm>
            <a:off x="8880634" y="34513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197" name="master-dot-195 Master"/>
          <p:cNvSpPr/>
          <p:nvPr/>
        </p:nvSpPr>
        <p:spPr>
          <a:xfrm>
            <a:off x="9337834" y="34513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198" name="master-dot-196 Master"/>
          <p:cNvSpPr/>
          <p:nvPr/>
        </p:nvSpPr>
        <p:spPr>
          <a:xfrm>
            <a:off x="9795034" y="34513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199" name="master-dot-197 Master"/>
          <p:cNvSpPr/>
          <p:nvPr/>
        </p:nvSpPr>
        <p:spPr>
          <a:xfrm>
            <a:off x="10252234" y="34513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200" name="master-dot-198 Master"/>
          <p:cNvSpPr/>
          <p:nvPr/>
        </p:nvSpPr>
        <p:spPr>
          <a:xfrm>
            <a:off x="10709434" y="34513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201" name="master-dot-199 Master"/>
          <p:cNvSpPr/>
          <p:nvPr/>
        </p:nvSpPr>
        <p:spPr>
          <a:xfrm>
            <a:off x="11166634" y="34513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202" name="master-dot-200 Master"/>
          <p:cNvSpPr/>
          <p:nvPr/>
        </p:nvSpPr>
        <p:spPr>
          <a:xfrm>
            <a:off x="11623834" y="34513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203" name="master-dot-201 Master"/>
          <p:cNvSpPr/>
          <p:nvPr/>
        </p:nvSpPr>
        <p:spPr>
          <a:xfrm>
            <a:off x="651034" y="39085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204" name="master-dot-202 Master"/>
          <p:cNvSpPr/>
          <p:nvPr/>
        </p:nvSpPr>
        <p:spPr>
          <a:xfrm>
            <a:off x="1108234" y="39085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205" name="master-dot-203 Master"/>
          <p:cNvSpPr/>
          <p:nvPr/>
        </p:nvSpPr>
        <p:spPr>
          <a:xfrm>
            <a:off x="1565434" y="39085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206" name="master-dot-204 Master"/>
          <p:cNvSpPr/>
          <p:nvPr/>
        </p:nvSpPr>
        <p:spPr>
          <a:xfrm>
            <a:off x="2022634" y="39085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207" name="master-dot-205 Master"/>
          <p:cNvSpPr/>
          <p:nvPr/>
        </p:nvSpPr>
        <p:spPr>
          <a:xfrm>
            <a:off x="2479834" y="39085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208" name="master-dot-206 Master"/>
          <p:cNvSpPr/>
          <p:nvPr/>
        </p:nvSpPr>
        <p:spPr>
          <a:xfrm>
            <a:off x="2937034" y="39085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209" name="master-dot-207 Master"/>
          <p:cNvSpPr/>
          <p:nvPr/>
        </p:nvSpPr>
        <p:spPr>
          <a:xfrm>
            <a:off x="3394234" y="39085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210" name="master-dot-208 Master"/>
          <p:cNvSpPr/>
          <p:nvPr/>
        </p:nvSpPr>
        <p:spPr>
          <a:xfrm>
            <a:off x="3851434" y="39085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211" name="master-dot-209 Master"/>
          <p:cNvSpPr/>
          <p:nvPr/>
        </p:nvSpPr>
        <p:spPr>
          <a:xfrm>
            <a:off x="4308634" y="39085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212" name="master-dot-210 Master"/>
          <p:cNvSpPr/>
          <p:nvPr/>
        </p:nvSpPr>
        <p:spPr>
          <a:xfrm>
            <a:off x="4765834" y="39085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213" name="master-dot-211 Master"/>
          <p:cNvSpPr/>
          <p:nvPr/>
        </p:nvSpPr>
        <p:spPr>
          <a:xfrm>
            <a:off x="5223034" y="39085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214" name="master-dot-212 Master"/>
          <p:cNvSpPr/>
          <p:nvPr/>
        </p:nvSpPr>
        <p:spPr>
          <a:xfrm>
            <a:off x="5680234" y="39085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215" name="master-dot-213 Master"/>
          <p:cNvSpPr/>
          <p:nvPr/>
        </p:nvSpPr>
        <p:spPr>
          <a:xfrm>
            <a:off x="6137434" y="39085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216" name="master-dot-214 Master"/>
          <p:cNvSpPr/>
          <p:nvPr/>
        </p:nvSpPr>
        <p:spPr>
          <a:xfrm>
            <a:off x="6594634" y="39085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217" name="master-dot-215 Master"/>
          <p:cNvSpPr/>
          <p:nvPr/>
        </p:nvSpPr>
        <p:spPr>
          <a:xfrm>
            <a:off x="7051834" y="39085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218" name="master-dot-216 Master"/>
          <p:cNvSpPr/>
          <p:nvPr/>
        </p:nvSpPr>
        <p:spPr>
          <a:xfrm>
            <a:off x="7509034" y="39085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219" name="master-dot-217 Master"/>
          <p:cNvSpPr/>
          <p:nvPr/>
        </p:nvSpPr>
        <p:spPr>
          <a:xfrm>
            <a:off x="7966234" y="39085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220" name="master-dot-218 Master"/>
          <p:cNvSpPr/>
          <p:nvPr/>
        </p:nvSpPr>
        <p:spPr>
          <a:xfrm>
            <a:off x="8423434" y="39085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221" name="master-dot-219 Master"/>
          <p:cNvSpPr/>
          <p:nvPr/>
        </p:nvSpPr>
        <p:spPr>
          <a:xfrm>
            <a:off x="8880634" y="39085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222" name="master-dot-220 Master"/>
          <p:cNvSpPr/>
          <p:nvPr/>
        </p:nvSpPr>
        <p:spPr>
          <a:xfrm>
            <a:off x="9337834" y="39085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223" name="master-dot-221 Master"/>
          <p:cNvSpPr/>
          <p:nvPr/>
        </p:nvSpPr>
        <p:spPr>
          <a:xfrm>
            <a:off x="9795034" y="39085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224" name="master-dot-222 Master"/>
          <p:cNvSpPr/>
          <p:nvPr/>
        </p:nvSpPr>
        <p:spPr>
          <a:xfrm>
            <a:off x="10252234" y="39085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225" name="master-dot-223 Master"/>
          <p:cNvSpPr/>
          <p:nvPr/>
        </p:nvSpPr>
        <p:spPr>
          <a:xfrm>
            <a:off x="10709434" y="39085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226" name="master-dot-224 Master"/>
          <p:cNvSpPr/>
          <p:nvPr/>
        </p:nvSpPr>
        <p:spPr>
          <a:xfrm>
            <a:off x="11166634" y="39085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227" name="master-dot-225 Master"/>
          <p:cNvSpPr/>
          <p:nvPr/>
        </p:nvSpPr>
        <p:spPr>
          <a:xfrm>
            <a:off x="11623834" y="39085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228" name="master-dot-226 Master"/>
          <p:cNvSpPr/>
          <p:nvPr/>
        </p:nvSpPr>
        <p:spPr>
          <a:xfrm>
            <a:off x="651034" y="43657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229" name="master-dot-227 Master"/>
          <p:cNvSpPr/>
          <p:nvPr/>
        </p:nvSpPr>
        <p:spPr>
          <a:xfrm>
            <a:off x="1108234" y="43657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230" name="master-dot-228 Master"/>
          <p:cNvSpPr/>
          <p:nvPr/>
        </p:nvSpPr>
        <p:spPr>
          <a:xfrm>
            <a:off x="1565434" y="43657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231" name="master-dot-229 Master"/>
          <p:cNvSpPr/>
          <p:nvPr/>
        </p:nvSpPr>
        <p:spPr>
          <a:xfrm>
            <a:off x="2022634" y="43657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232" name="master-dot-230 Master"/>
          <p:cNvSpPr/>
          <p:nvPr/>
        </p:nvSpPr>
        <p:spPr>
          <a:xfrm>
            <a:off x="2479834" y="43657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233" name="master-dot-231 Master"/>
          <p:cNvSpPr/>
          <p:nvPr/>
        </p:nvSpPr>
        <p:spPr>
          <a:xfrm>
            <a:off x="2937034" y="43657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234" name="master-dot-232 Master"/>
          <p:cNvSpPr/>
          <p:nvPr/>
        </p:nvSpPr>
        <p:spPr>
          <a:xfrm>
            <a:off x="3394234" y="43657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235" name="master-dot-233 Master"/>
          <p:cNvSpPr/>
          <p:nvPr/>
        </p:nvSpPr>
        <p:spPr>
          <a:xfrm>
            <a:off x="3851434" y="43657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236" name="master-dot-234 Master"/>
          <p:cNvSpPr/>
          <p:nvPr/>
        </p:nvSpPr>
        <p:spPr>
          <a:xfrm>
            <a:off x="4308634" y="43657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237" name="master-dot-235 Master"/>
          <p:cNvSpPr/>
          <p:nvPr/>
        </p:nvSpPr>
        <p:spPr>
          <a:xfrm>
            <a:off x="4765834" y="43657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238" name="master-dot-236 Master"/>
          <p:cNvSpPr/>
          <p:nvPr/>
        </p:nvSpPr>
        <p:spPr>
          <a:xfrm>
            <a:off x="5223034" y="43657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239" name="master-dot-237 Master"/>
          <p:cNvSpPr/>
          <p:nvPr/>
        </p:nvSpPr>
        <p:spPr>
          <a:xfrm>
            <a:off x="5680234" y="43657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240" name="master-dot-238 Master"/>
          <p:cNvSpPr/>
          <p:nvPr/>
        </p:nvSpPr>
        <p:spPr>
          <a:xfrm>
            <a:off x="6137434" y="43657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241" name="master-dot-239 Master"/>
          <p:cNvSpPr/>
          <p:nvPr/>
        </p:nvSpPr>
        <p:spPr>
          <a:xfrm>
            <a:off x="6594634" y="43657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242" name="master-dot-240 Master"/>
          <p:cNvSpPr/>
          <p:nvPr/>
        </p:nvSpPr>
        <p:spPr>
          <a:xfrm>
            <a:off x="7051834" y="43657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243" name="master-dot-241 Master"/>
          <p:cNvSpPr/>
          <p:nvPr/>
        </p:nvSpPr>
        <p:spPr>
          <a:xfrm>
            <a:off x="7509034" y="43657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244" name="master-dot-242 Master"/>
          <p:cNvSpPr/>
          <p:nvPr/>
        </p:nvSpPr>
        <p:spPr>
          <a:xfrm>
            <a:off x="7966234" y="43657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245" name="master-dot-243 Master"/>
          <p:cNvSpPr/>
          <p:nvPr/>
        </p:nvSpPr>
        <p:spPr>
          <a:xfrm>
            <a:off x="8423434" y="43657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246" name="master-dot-244 Master"/>
          <p:cNvSpPr/>
          <p:nvPr/>
        </p:nvSpPr>
        <p:spPr>
          <a:xfrm>
            <a:off x="8880634" y="43657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247" name="master-dot-245 Master"/>
          <p:cNvSpPr/>
          <p:nvPr/>
        </p:nvSpPr>
        <p:spPr>
          <a:xfrm>
            <a:off x="9337834" y="43657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248" name="master-dot-246 Master"/>
          <p:cNvSpPr/>
          <p:nvPr/>
        </p:nvSpPr>
        <p:spPr>
          <a:xfrm>
            <a:off x="9795034" y="43657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249" name="master-dot-247 Master"/>
          <p:cNvSpPr/>
          <p:nvPr/>
        </p:nvSpPr>
        <p:spPr>
          <a:xfrm>
            <a:off x="10252234" y="43657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250" name="master-dot-248 Master"/>
          <p:cNvSpPr/>
          <p:nvPr/>
        </p:nvSpPr>
        <p:spPr>
          <a:xfrm>
            <a:off x="10709434" y="43657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251" name="master-dot-249 Master"/>
          <p:cNvSpPr/>
          <p:nvPr/>
        </p:nvSpPr>
        <p:spPr>
          <a:xfrm>
            <a:off x="11166634" y="43657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252" name="master-dot-250 Master"/>
          <p:cNvSpPr/>
          <p:nvPr/>
        </p:nvSpPr>
        <p:spPr>
          <a:xfrm>
            <a:off x="11623834" y="43657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253" name="master-dot-251 Master"/>
          <p:cNvSpPr/>
          <p:nvPr/>
        </p:nvSpPr>
        <p:spPr>
          <a:xfrm>
            <a:off x="651034" y="48229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254" name="master-dot-252 Master"/>
          <p:cNvSpPr/>
          <p:nvPr/>
        </p:nvSpPr>
        <p:spPr>
          <a:xfrm>
            <a:off x="1108234" y="48229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255" name="master-dot-253 Master"/>
          <p:cNvSpPr/>
          <p:nvPr/>
        </p:nvSpPr>
        <p:spPr>
          <a:xfrm>
            <a:off x="1565434" y="48229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256" name="master-dot-254 Master"/>
          <p:cNvSpPr/>
          <p:nvPr/>
        </p:nvSpPr>
        <p:spPr>
          <a:xfrm>
            <a:off x="2022634" y="48229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257" name="master-dot-255 Master"/>
          <p:cNvSpPr/>
          <p:nvPr/>
        </p:nvSpPr>
        <p:spPr>
          <a:xfrm>
            <a:off x="2479834" y="48229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258" name="master-dot-256 Master"/>
          <p:cNvSpPr/>
          <p:nvPr/>
        </p:nvSpPr>
        <p:spPr>
          <a:xfrm>
            <a:off x="2937034" y="48229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259" name="master-dot-257 Master"/>
          <p:cNvSpPr/>
          <p:nvPr/>
        </p:nvSpPr>
        <p:spPr>
          <a:xfrm>
            <a:off x="3394234" y="48229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260" name="master-dot-258 Master"/>
          <p:cNvSpPr/>
          <p:nvPr/>
        </p:nvSpPr>
        <p:spPr>
          <a:xfrm>
            <a:off x="3851434" y="48229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261" name="master-dot-259 Master"/>
          <p:cNvSpPr/>
          <p:nvPr/>
        </p:nvSpPr>
        <p:spPr>
          <a:xfrm>
            <a:off x="4308634" y="48229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262" name="master-dot-260 Master"/>
          <p:cNvSpPr/>
          <p:nvPr/>
        </p:nvSpPr>
        <p:spPr>
          <a:xfrm>
            <a:off x="4765834" y="48229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263" name="master-dot-261 Master"/>
          <p:cNvSpPr/>
          <p:nvPr/>
        </p:nvSpPr>
        <p:spPr>
          <a:xfrm>
            <a:off x="5223034" y="48229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264" name="master-dot-262 Master"/>
          <p:cNvSpPr/>
          <p:nvPr/>
        </p:nvSpPr>
        <p:spPr>
          <a:xfrm>
            <a:off x="5680234" y="48229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265" name="master-dot-263 Master"/>
          <p:cNvSpPr/>
          <p:nvPr/>
        </p:nvSpPr>
        <p:spPr>
          <a:xfrm>
            <a:off x="6137434" y="48229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266" name="master-dot-264 Master"/>
          <p:cNvSpPr/>
          <p:nvPr/>
        </p:nvSpPr>
        <p:spPr>
          <a:xfrm>
            <a:off x="6594634" y="48229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267" name="master-dot-265 Master"/>
          <p:cNvSpPr/>
          <p:nvPr/>
        </p:nvSpPr>
        <p:spPr>
          <a:xfrm>
            <a:off x="7051834" y="48229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268" name="master-dot-266 Master"/>
          <p:cNvSpPr/>
          <p:nvPr/>
        </p:nvSpPr>
        <p:spPr>
          <a:xfrm>
            <a:off x="7509034" y="48229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269" name="master-dot-267 Master"/>
          <p:cNvSpPr/>
          <p:nvPr/>
        </p:nvSpPr>
        <p:spPr>
          <a:xfrm>
            <a:off x="7966234" y="48229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270" name="master-dot-268 Master"/>
          <p:cNvSpPr/>
          <p:nvPr/>
        </p:nvSpPr>
        <p:spPr>
          <a:xfrm>
            <a:off x="8423434" y="48229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271" name="master-dot-269 Master"/>
          <p:cNvSpPr/>
          <p:nvPr/>
        </p:nvSpPr>
        <p:spPr>
          <a:xfrm>
            <a:off x="8880634" y="48229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272" name="master-dot-270 Master"/>
          <p:cNvSpPr/>
          <p:nvPr/>
        </p:nvSpPr>
        <p:spPr>
          <a:xfrm>
            <a:off x="9337834" y="48229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273" name="master-dot-271 Master"/>
          <p:cNvSpPr/>
          <p:nvPr/>
        </p:nvSpPr>
        <p:spPr>
          <a:xfrm>
            <a:off x="9795034" y="48229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274" name="master-dot-272 Master"/>
          <p:cNvSpPr/>
          <p:nvPr/>
        </p:nvSpPr>
        <p:spPr>
          <a:xfrm>
            <a:off x="10252234" y="48229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275" name="master-dot-273 Master"/>
          <p:cNvSpPr/>
          <p:nvPr/>
        </p:nvSpPr>
        <p:spPr>
          <a:xfrm>
            <a:off x="10709434" y="48229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276" name="master-dot-274 Master"/>
          <p:cNvSpPr/>
          <p:nvPr/>
        </p:nvSpPr>
        <p:spPr>
          <a:xfrm>
            <a:off x="11166634" y="48229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277" name="master-dot-275 Master"/>
          <p:cNvSpPr/>
          <p:nvPr/>
        </p:nvSpPr>
        <p:spPr>
          <a:xfrm>
            <a:off x="11623834" y="48229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278" name="master-dot-276 Master"/>
          <p:cNvSpPr/>
          <p:nvPr/>
        </p:nvSpPr>
        <p:spPr>
          <a:xfrm>
            <a:off x="651034" y="52801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279" name="master-dot-277 Master"/>
          <p:cNvSpPr/>
          <p:nvPr/>
        </p:nvSpPr>
        <p:spPr>
          <a:xfrm>
            <a:off x="1108234" y="52801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280" name="master-dot-278 Master"/>
          <p:cNvSpPr/>
          <p:nvPr/>
        </p:nvSpPr>
        <p:spPr>
          <a:xfrm>
            <a:off x="1565434" y="52801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281" name="master-dot-279 Master"/>
          <p:cNvSpPr/>
          <p:nvPr/>
        </p:nvSpPr>
        <p:spPr>
          <a:xfrm>
            <a:off x="2022634" y="52801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282" name="master-dot-280 Master"/>
          <p:cNvSpPr/>
          <p:nvPr/>
        </p:nvSpPr>
        <p:spPr>
          <a:xfrm>
            <a:off x="2479834" y="52801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283" name="master-dot-281 Master"/>
          <p:cNvSpPr/>
          <p:nvPr/>
        </p:nvSpPr>
        <p:spPr>
          <a:xfrm>
            <a:off x="2937034" y="52801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284" name="master-dot-282 Master"/>
          <p:cNvSpPr/>
          <p:nvPr/>
        </p:nvSpPr>
        <p:spPr>
          <a:xfrm>
            <a:off x="3394234" y="52801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285" name="master-dot-283 Master"/>
          <p:cNvSpPr/>
          <p:nvPr/>
        </p:nvSpPr>
        <p:spPr>
          <a:xfrm>
            <a:off x="3851434" y="52801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286" name="master-dot-284 Master"/>
          <p:cNvSpPr/>
          <p:nvPr/>
        </p:nvSpPr>
        <p:spPr>
          <a:xfrm>
            <a:off x="4308634" y="52801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287" name="master-dot-285 Master"/>
          <p:cNvSpPr/>
          <p:nvPr/>
        </p:nvSpPr>
        <p:spPr>
          <a:xfrm>
            <a:off x="4765834" y="52801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288" name="master-dot-286 Master"/>
          <p:cNvSpPr/>
          <p:nvPr/>
        </p:nvSpPr>
        <p:spPr>
          <a:xfrm>
            <a:off x="5223034" y="52801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289" name="master-dot-287 Master"/>
          <p:cNvSpPr/>
          <p:nvPr/>
        </p:nvSpPr>
        <p:spPr>
          <a:xfrm>
            <a:off x="5680234" y="52801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290" name="master-dot-288 Master"/>
          <p:cNvSpPr/>
          <p:nvPr/>
        </p:nvSpPr>
        <p:spPr>
          <a:xfrm>
            <a:off x="6137434" y="52801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291" name="master-dot-289 Master"/>
          <p:cNvSpPr/>
          <p:nvPr/>
        </p:nvSpPr>
        <p:spPr>
          <a:xfrm>
            <a:off x="6594634" y="52801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292" name="master-dot-290 Master"/>
          <p:cNvSpPr/>
          <p:nvPr/>
        </p:nvSpPr>
        <p:spPr>
          <a:xfrm>
            <a:off x="7051834" y="52801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293" name="master-dot-291 Master"/>
          <p:cNvSpPr/>
          <p:nvPr/>
        </p:nvSpPr>
        <p:spPr>
          <a:xfrm>
            <a:off x="7509034" y="52801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294" name="master-dot-292 Master"/>
          <p:cNvSpPr/>
          <p:nvPr/>
        </p:nvSpPr>
        <p:spPr>
          <a:xfrm>
            <a:off x="7966234" y="52801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295" name="master-dot-293 Master"/>
          <p:cNvSpPr/>
          <p:nvPr/>
        </p:nvSpPr>
        <p:spPr>
          <a:xfrm>
            <a:off x="8423434" y="52801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296" name="master-dot-294 Master"/>
          <p:cNvSpPr/>
          <p:nvPr/>
        </p:nvSpPr>
        <p:spPr>
          <a:xfrm>
            <a:off x="8880634" y="52801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297" name="master-dot-295 Master"/>
          <p:cNvSpPr/>
          <p:nvPr/>
        </p:nvSpPr>
        <p:spPr>
          <a:xfrm>
            <a:off x="9337834" y="52801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298" name="master-dot-296 Master"/>
          <p:cNvSpPr/>
          <p:nvPr/>
        </p:nvSpPr>
        <p:spPr>
          <a:xfrm>
            <a:off x="9795034" y="52801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299" name="master-dot-297 Master"/>
          <p:cNvSpPr/>
          <p:nvPr/>
        </p:nvSpPr>
        <p:spPr>
          <a:xfrm>
            <a:off x="10252234" y="52801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300" name="master-dot-298 Master"/>
          <p:cNvSpPr/>
          <p:nvPr/>
        </p:nvSpPr>
        <p:spPr>
          <a:xfrm>
            <a:off x="10709434" y="52801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301" name="master-dot-299 Master"/>
          <p:cNvSpPr/>
          <p:nvPr/>
        </p:nvSpPr>
        <p:spPr>
          <a:xfrm>
            <a:off x="11166634" y="52801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302" name="master-dot-300 Master"/>
          <p:cNvSpPr/>
          <p:nvPr/>
        </p:nvSpPr>
        <p:spPr>
          <a:xfrm>
            <a:off x="11623834" y="52801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303" name="master-dot-301 Master"/>
          <p:cNvSpPr/>
          <p:nvPr/>
        </p:nvSpPr>
        <p:spPr>
          <a:xfrm>
            <a:off x="651034" y="57373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304" name="master-dot-302 Master"/>
          <p:cNvSpPr/>
          <p:nvPr/>
        </p:nvSpPr>
        <p:spPr>
          <a:xfrm>
            <a:off x="1108234" y="57373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305" name="master-dot-303 Master"/>
          <p:cNvSpPr/>
          <p:nvPr/>
        </p:nvSpPr>
        <p:spPr>
          <a:xfrm>
            <a:off x="1565434" y="57373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306" name="master-dot-304 Master"/>
          <p:cNvSpPr/>
          <p:nvPr/>
        </p:nvSpPr>
        <p:spPr>
          <a:xfrm>
            <a:off x="2022634" y="57373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307" name="master-dot-305 Master"/>
          <p:cNvSpPr/>
          <p:nvPr/>
        </p:nvSpPr>
        <p:spPr>
          <a:xfrm>
            <a:off x="2479834" y="57373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308" name="master-dot-306 Master"/>
          <p:cNvSpPr/>
          <p:nvPr/>
        </p:nvSpPr>
        <p:spPr>
          <a:xfrm>
            <a:off x="2937034" y="57373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309" name="master-dot-307 Master"/>
          <p:cNvSpPr/>
          <p:nvPr/>
        </p:nvSpPr>
        <p:spPr>
          <a:xfrm>
            <a:off x="3394234" y="57373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310" name="master-dot-308 Master"/>
          <p:cNvSpPr/>
          <p:nvPr/>
        </p:nvSpPr>
        <p:spPr>
          <a:xfrm>
            <a:off x="3851434" y="57373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311" name="master-dot-309 Master"/>
          <p:cNvSpPr/>
          <p:nvPr/>
        </p:nvSpPr>
        <p:spPr>
          <a:xfrm>
            <a:off x="4308634" y="57373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312" name="master-dot-310 Master"/>
          <p:cNvSpPr/>
          <p:nvPr/>
        </p:nvSpPr>
        <p:spPr>
          <a:xfrm>
            <a:off x="4765834" y="57373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313" name="master-dot-311 Master"/>
          <p:cNvSpPr/>
          <p:nvPr/>
        </p:nvSpPr>
        <p:spPr>
          <a:xfrm>
            <a:off x="5223034" y="57373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314" name="master-dot-312 Master"/>
          <p:cNvSpPr/>
          <p:nvPr/>
        </p:nvSpPr>
        <p:spPr>
          <a:xfrm>
            <a:off x="5680234" y="57373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315" name="master-dot-313 Master"/>
          <p:cNvSpPr/>
          <p:nvPr/>
        </p:nvSpPr>
        <p:spPr>
          <a:xfrm>
            <a:off x="6137434" y="57373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316" name="master-dot-314 Master"/>
          <p:cNvSpPr/>
          <p:nvPr/>
        </p:nvSpPr>
        <p:spPr>
          <a:xfrm>
            <a:off x="6594634" y="57373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317" name="master-dot-315 Master"/>
          <p:cNvSpPr/>
          <p:nvPr/>
        </p:nvSpPr>
        <p:spPr>
          <a:xfrm>
            <a:off x="7051834" y="57373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318" name="master-dot-316 Master"/>
          <p:cNvSpPr/>
          <p:nvPr/>
        </p:nvSpPr>
        <p:spPr>
          <a:xfrm>
            <a:off x="7509034" y="57373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319" name="master-dot-317 Master"/>
          <p:cNvSpPr/>
          <p:nvPr/>
        </p:nvSpPr>
        <p:spPr>
          <a:xfrm>
            <a:off x="7966234" y="57373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320" name="master-dot-318 Master"/>
          <p:cNvSpPr/>
          <p:nvPr/>
        </p:nvSpPr>
        <p:spPr>
          <a:xfrm>
            <a:off x="8423434" y="57373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321" name="master-dot-319 Master"/>
          <p:cNvSpPr/>
          <p:nvPr/>
        </p:nvSpPr>
        <p:spPr>
          <a:xfrm>
            <a:off x="8880634" y="57373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322" name="master-dot-320 Master"/>
          <p:cNvSpPr/>
          <p:nvPr/>
        </p:nvSpPr>
        <p:spPr>
          <a:xfrm>
            <a:off x="9337834" y="57373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323" name="master-dot-321 Master"/>
          <p:cNvSpPr/>
          <p:nvPr/>
        </p:nvSpPr>
        <p:spPr>
          <a:xfrm>
            <a:off x="9795034" y="57373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324" name="master-dot-322 Master"/>
          <p:cNvSpPr/>
          <p:nvPr/>
        </p:nvSpPr>
        <p:spPr>
          <a:xfrm>
            <a:off x="10252234" y="57373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325" name="master-dot-323 Master"/>
          <p:cNvSpPr/>
          <p:nvPr/>
        </p:nvSpPr>
        <p:spPr>
          <a:xfrm>
            <a:off x="10709434" y="57373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326" name="master-dot-324 Master"/>
          <p:cNvSpPr/>
          <p:nvPr/>
        </p:nvSpPr>
        <p:spPr>
          <a:xfrm>
            <a:off x="11166634" y="57373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327" name="master-dot-325 Master"/>
          <p:cNvSpPr/>
          <p:nvPr/>
        </p:nvSpPr>
        <p:spPr>
          <a:xfrm>
            <a:off x="11623834" y="57373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328" name="master-dot-326 Master"/>
          <p:cNvSpPr/>
          <p:nvPr/>
        </p:nvSpPr>
        <p:spPr>
          <a:xfrm>
            <a:off x="651034" y="61945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329" name="master-dot-327 Master"/>
          <p:cNvSpPr/>
          <p:nvPr/>
        </p:nvSpPr>
        <p:spPr>
          <a:xfrm>
            <a:off x="1108234" y="61945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330" name="master-dot-328 Master"/>
          <p:cNvSpPr/>
          <p:nvPr/>
        </p:nvSpPr>
        <p:spPr>
          <a:xfrm>
            <a:off x="1565434" y="61945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331" name="master-dot-329 Master"/>
          <p:cNvSpPr/>
          <p:nvPr/>
        </p:nvSpPr>
        <p:spPr>
          <a:xfrm>
            <a:off x="2022634" y="61945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332" name="master-dot-330 Master"/>
          <p:cNvSpPr/>
          <p:nvPr/>
        </p:nvSpPr>
        <p:spPr>
          <a:xfrm>
            <a:off x="2479834" y="61945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333" name="master-dot-331 Master"/>
          <p:cNvSpPr/>
          <p:nvPr/>
        </p:nvSpPr>
        <p:spPr>
          <a:xfrm>
            <a:off x="2937034" y="61945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334" name="master-dot-332 Master"/>
          <p:cNvSpPr/>
          <p:nvPr/>
        </p:nvSpPr>
        <p:spPr>
          <a:xfrm>
            <a:off x="3394234" y="61945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335" name="master-dot-333 Master"/>
          <p:cNvSpPr/>
          <p:nvPr/>
        </p:nvSpPr>
        <p:spPr>
          <a:xfrm>
            <a:off x="3851434" y="61945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336" name="master-dot-334 Master"/>
          <p:cNvSpPr/>
          <p:nvPr/>
        </p:nvSpPr>
        <p:spPr>
          <a:xfrm>
            <a:off x="4308634" y="61945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337" name="master-dot-335 Master"/>
          <p:cNvSpPr/>
          <p:nvPr/>
        </p:nvSpPr>
        <p:spPr>
          <a:xfrm>
            <a:off x="4765834" y="61945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338" name="master-dot-336 Master"/>
          <p:cNvSpPr/>
          <p:nvPr/>
        </p:nvSpPr>
        <p:spPr>
          <a:xfrm>
            <a:off x="5223034" y="61945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339" name="master-dot-337 Master"/>
          <p:cNvSpPr/>
          <p:nvPr/>
        </p:nvSpPr>
        <p:spPr>
          <a:xfrm>
            <a:off x="5680234" y="61945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340" name="master-dot-338 Master"/>
          <p:cNvSpPr/>
          <p:nvPr/>
        </p:nvSpPr>
        <p:spPr>
          <a:xfrm>
            <a:off x="6137434" y="61945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341" name="master-dot-339 Master"/>
          <p:cNvSpPr/>
          <p:nvPr/>
        </p:nvSpPr>
        <p:spPr>
          <a:xfrm>
            <a:off x="6594634" y="61945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342" name="master-dot-340 Master"/>
          <p:cNvSpPr/>
          <p:nvPr/>
        </p:nvSpPr>
        <p:spPr>
          <a:xfrm>
            <a:off x="7051834" y="61945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343" name="master-dot-341 Master"/>
          <p:cNvSpPr/>
          <p:nvPr/>
        </p:nvSpPr>
        <p:spPr>
          <a:xfrm>
            <a:off x="7509034" y="61945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344" name="master-dot-342 Master"/>
          <p:cNvSpPr/>
          <p:nvPr/>
        </p:nvSpPr>
        <p:spPr>
          <a:xfrm>
            <a:off x="7966234" y="61945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345" name="master-dot-343 Master"/>
          <p:cNvSpPr/>
          <p:nvPr/>
        </p:nvSpPr>
        <p:spPr>
          <a:xfrm>
            <a:off x="8423434" y="61945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346" name="master-dot-344 Master"/>
          <p:cNvSpPr/>
          <p:nvPr/>
        </p:nvSpPr>
        <p:spPr>
          <a:xfrm>
            <a:off x="8880634" y="61945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347" name="master-dot-345 Master"/>
          <p:cNvSpPr/>
          <p:nvPr/>
        </p:nvSpPr>
        <p:spPr>
          <a:xfrm>
            <a:off x="9337834" y="61945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348" name="master-dot-346 Master"/>
          <p:cNvSpPr/>
          <p:nvPr/>
        </p:nvSpPr>
        <p:spPr>
          <a:xfrm>
            <a:off x="9795034" y="61945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349" name="master-dot-347 Master"/>
          <p:cNvSpPr/>
          <p:nvPr/>
        </p:nvSpPr>
        <p:spPr>
          <a:xfrm>
            <a:off x="10252234" y="61945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350" name="master-dot-348 Master"/>
          <p:cNvSpPr/>
          <p:nvPr/>
        </p:nvSpPr>
        <p:spPr>
          <a:xfrm>
            <a:off x="10709434" y="61945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351" name="master-dot-349 Master"/>
          <p:cNvSpPr/>
          <p:nvPr/>
        </p:nvSpPr>
        <p:spPr>
          <a:xfrm>
            <a:off x="11166634" y="61945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352" name="master-dot-350 Master"/>
          <p:cNvSpPr/>
          <p:nvPr/>
        </p:nvSpPr>
        <p:spPr>
          <a:xfrm>
            <a:off x="11623834" y="61945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353" name="master-dot-351 Master"/>
          <p:cNvSpPr/>
          <p:nvPr/>
        </p:nvSpPr>
        <p:spPr>
          <a:xfrm>
            <a:off x="651034" y="66517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354" name="master-dot-352 Master"/>
          <p:cNvSpPr/>
          <p:nvPr/>
        </p:nvSpPr>
        <p:spPr>
          <a:xfrm>
            <a:off x="1108234" y="66517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355" name="master-dot-353 Master"/>
          <p:cNvSpPr/>
          <p:nvPr/>
        </p:nvSpPr>
        <p:spPr>
          <a:xfrm>
            <a:off x="1565434" y="66517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356" name="master-dot-354 Master"/>
          <p:cNvSpPr/>
          <p:nvPr/>
        </p:nvSpPr>
        <p:spPr>
          <a:xfrm>
            <a:off x="2022634" y="66517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357" name="master-dot-355 Master"/>
          <p:cNvSpPr/>
          <p:nvPr/>
        </p:nvSpPr>
        <p:spPr>
          <a:xfrm>
            <a:off x="2479834" y="66517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358" name="master-dot-356 Master"/>
          <p:cNvSpPr/>
          <p:nvPr/>
        </p:nvSpPr>
        <p:spPr>
          <a:xfrm>
            <a:off x="2937034" y="66517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359" name="master-dot-357 Master"/>
          <p:cNvSpPr/>
          <p:nvPr/>
        </p:nvSpPr>
        <p:spPr>
          <a:xfrm>
            <a:off x="3394234" y="66517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360" name="master-dot-358 Master"/>
          <p:cNvSpPr/>
          <p:nvPr/>
        </p:nvSpPr>
        <p:spPr>
          <a:xfrm>
            <a:off x="3851434" y="66517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361" name="master-dot-359 Master"/>
          <p:cNvSpPr/>
          <p:nvPr/>
        </p:nvSpPr>
        <p:spPr>
          <a:xfrm>
            <a:off x="4308634" y="66517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362" name="master-dot-360 Master"/>
          <p:cNvSpPr/>
          <p:nvPr/>
        </p:nvSpPr>
        <p:spPr>
          <a:xfrm>
            <a:off x="4765834" y="66517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363" name="master-dot-361 Master"/>
          <p:cNvSpPr/>
          <p:nvPr/>
        </p:nvSpPr>
        <p:spPr>
          <a:xfrm>
            <a:off x="5223034" y="66517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364" name="master-dot-362 Master"/>
          <p:cNvSpPr/>
          <p:nvPr/>
        </p:nvSpPr>
        <p:spPr>
          <a:xfrm>
            <a:off x="5680234" y="66517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365" name="master-dot-363 Master"/>
          <p:cNvSpPr/>
          <p:nvPr/>
        </p:nvSpPr>
        <p:spPr>
          <a:xfrm>
            <a:off x="6137434" y="66517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366" name="master-dot-364 Master"/>
          <p:cNvSpPr/>
          <p:nvPr/>
        </p:nvSpPr>
        <p:spPr>
          <a:xfrm>
            <a:off x="6594634" y="66517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367" name="master-dot-365 Master"/>
          <p:cNvSpPr/>
          <p:nvPr/>
        </p:nvSpPr>
        <p:spPr>
          <a:xfrm>
            <a:off x="7051834" y="66517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368" name="master-dot-366 Master"/>
          <p:cNvSpPr/>
          <p:nvPr/>
        </p:nvSpPr>
        <p:spPr>
          <a:xfrm>
            <a:off x="7509034" y="66517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369" name="master-dot-367 Master"/>
          <p:cNvSpPr/>
          <p:nvPr/>
        </p:nvSpPr>
        <p:spPr>
          <a:xfrm>
            <a:off x="7966234" y="66517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370" name="master-dot-368 Master"/>
          <p:cNvSpPr/>
          <p:nvPr/>
        </p:nvSpPr>
        <p:spPr>
          <a:xfrm>
            <a:off x="8423434" y="66517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371" name="master-dot-369 Master"/>
          <p:cNvSpPr/>
          <p:nvPr/>
        </p:nvSpPr>
        <p:spPr>
          <a:xfrm>
            <a:off x="8880634" y="66517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372" name="master-dot-370 Master"/>
          <p:cNvSpPr/>
          <p:nvPr/>
        </p:nvSpPr>
        <p:spPr>
          <a:xfrm>
            <a:off x="9337834" y="66517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373" name="master-dot-371 Master"/>
          <p:cNvSpPr/>
          <p:nvPr/>
        </p:nvSpPr>
        <p:spPr>
          <a:xfrm>
            <a:off x="9795034" y="66517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374" name="master-dot-372 Master"/>
          <p:cNvSpPr/>
          <p:nvPr/>
        </p:nvSpPr>
        <p:spPr>
          <a:xfrm>
            <a:off x="10252234" y="66517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375" name="master-dot-373 Master"/>
          <p:cNvSpPr/>
          <p:nvPr/>
        </p:nvSpPr>
        <p:spPr>
          <a:xfrm>
            <a:off x="10709434" y="66517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376" name="master-dot-374 Master"/>
          <p:cNvSpPr/>
          <p:nvPr/>
        </p:nvSpPr>
        <p:spPr>
          <a:xfrm>
            <a:off x="11166634" y="66517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sp>
        <p:nvSpPr>
          <p:cNvPr id="377" name="master-dot-375 Master"/>
          <p:cNvSpPr/>
          <p:nvPr/>
        </p:nvSpPr>
        <p:spPr>
          <a:xfrm>
            <a:off x="11623834" y="6651784"/>
            <a:ext cx="31432" cy="31432"/>
          </a:xfrm>
          <a:prstGeom prst="ellipse">
            <a:avLst/>
          </a:prstGeom>
          <a:solidFill>
            <a:srgbClr val="E7E3D9">
              <a:alpha val="32000"/>
            </a:srgbClr>
          </a:solidFill>
          <a:ln>
            <a:noFill/>
          </a:ln>
        </p:spPr>
      </p:sp>
      <p:pic>
        <p:nvPicPr>
          <p:cNvPr id="378" name="master-brand-logo Master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877425" y="495300"/>
            <a:ext cx="1476375" cy="352425"/>
          </a:xfrm>
          <a:prstGeom prst="rect">
            <a:avLst/>
          </a:prstGeom>
        </p:spPr>
      </p:pic>
    </p:spTree>
    <p:extLst>
      <p:ext uri="{BB962C8B-B14F-4D97-AF65-F5344CB8AC3E}">
        <p14:creationId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4"/>
    <p:sldLayoutId id="2147483661" r:id="rId15"/>
    <p:sldLayoutId id="2147483662" r:id="rId16"/>
    <p:sldLayoutId id="2147483663" r:id="rId17"/>
    <p:sldLayoutId id="2147483664" r:id="rId18"/>
  </p:sldLayoutIdLst>
  <p:txStyles>
    <p:titleStyle>
      <a:lvl1pPr algn="ctr" defTabSz="457200" rtl="0" eaLnBrk="1" latinLnBrk="0" hangingPunct="1">
        <a:spcBef>
          <a:spcPct val="0"/>
        </a:spcBef>
        <a:buNone/>
        <a:defRPr sz="31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 sz="1500"/>
      </a:defPPr>
      <a:lvl1pPr marL="0" algn="l" defTabSz="45720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2.xml"/>
  <Relationship Id="rId2" Type="http://schemas.openxmlformats.org/officeDocument/2006/relationships/image" Target="../media/image_d666091d5a45ae63.png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3.xml"/>
  <Relationship Id="rId2" Type="http://schemas.openxmlformats.org/officeDocument/2006/relationships/image" Target="../media/image_d666091d5a45ae63.png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image" Target="../media/image_d666091d5a45ae63.png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5.xml"/>
  <Relationship Id="rId2" Type="http://schemas.openxmlformats.org/officeDocument/2006/relationships/image" Target="../media/image_d666091d5a45ae63.png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6.xml"/>
  <Relationship Id="rId2" Type="http://schemas.openxmlformats.org/officeDocument/2006/relationships/image" Target="../media/image_d666091d5a45ae63.png"/>
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cover-kicker-slot Placeholder Carrier"/>
          <p:cNvSpPr txBox="1"/>
          <p:nvPr>
            <p:ph type="body" idx="1"/>
          </p:nvPr>
        </p:nvSpPr>
        <p:spPr>
          <a:xfrm>
            <a:off x="870204" y="1223010"/>
            <a:ext cx="226954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200" spc="150" dirty="0">
                <a:solidFill>
                  <a:srgbClr val="AEB4C1"/>
                </a:solidFill>
                <a:latin typeface="Source Han Sans CN"/>
                <a:ea typeface="Source Han Sans CN"/>
                <a:cs typeface="Source Han Sans CN"/>
              </a:rPr>
              <a:t>INFASHION COURSEWARE</a:t>
            </a:r>
          </a:p>
        </p:txBody>
      </p:sp>
      <p:sp>
        <p:nvSpPr>
          <p:cNvPr id="381" name="cover-title-slot Placeholder Carrier"/>
          <p:cNvSpPr txBox="1"/>
          <p:nvPr>
            <p:ph type="title"/>
          </p:nvPr>
        </p:nvSpPr>
        <p:spPr>
          <a:xfrm>
            <a:off x="819150" y="3653790"/>
            <a:ext cx="4851075" cy="933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4800" b="1" spc="75" dirty="0">
                <a:solidFill>
                  <a:srgbClr val="F6F1E6"/>
                </a:solidFill>
                <a:latin typeface="Source Han Sans CN"/>
                <a:ea typeface="Source Han Sans CN"/>
                <a:cs typeface="Source Han Sans CN"/>
              </a:rPr>
              <a:t>8-DAY MAKEUP</a:t>
            </a:r>
          </a:p>
        </p:txBody>
      </p:sp>
      <p:sp>
        <p:nvSpPr>
          <p:cNvPr id="383" name="cover-subtitle-slot Placeholder Carrier"/>
          <p:cNvSpPr txBox="1"/>
          <p:nvPr>
            <p:ph type="subTitle" idx="2"/>
          </p:nvPr>
        </p:nvSpPr>
        <p:spPr>
          <a:xfrm>
            <a:off x="867156" y="4930140"/>
            <a:ext cx="507492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800" dirty="0">
                <a:solidFill>
                  <a:srgbClr val="AEB4C1"/>
                </a:solidFill>
                <a:latin typeface="Source Han Sans CN"/>
                <a:ea typeface="Source Han Sans CN"/>
                <a:cs typeface="Source Han Sans CN"/>
              </a:rPr>
              <a:t>FOUNDATION COURSE · PERSONAL FORMULA</a:t>
            </a:r>
          </a:p>
        </p:txBody>
      </p:sp>
      <p:sp>
        <p:nvSpPr>
          <p:cNvPr id="385" name="cover-date-slot Placeholder Carrier"/>
          <p:cNvSpPr txBox="1"/>
          <p:nvPr>
            <p:ph type="dt" idx="3"/>
          </p:nvPr>
        </p:nvSpPr>
        <p:spPr>
          <a:xfrm>
            <a:off x="870204" y="6061710"/>
            <a:ext cx="224180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spc="75" dirty="0">
                <a:solidFill>
                  <a:srgbClr val="C9B58A"/>
                </a:solidFill>
                <a:latin typeface="Source Han Sans CN"/>
                <a:ea typeface="Source Han Sans CN"/>
                <a:cs typeface="Source Han Sans CN"/>
              </a:rPr>
              <a:t>COURSE TEMPLATE · 2026</a:t>
            </a:r>
          </a:p>
        </p:txBody>
      </p:sp>
      <p:sp>
        <p:nvSpPr>
          <p:cNvPr id="387" name="Rectangle 387"/>
          <p:cNvSpPr/>
          <p:nvPr/>
        </p:nvSpPr>
        <p:spPr>
          <a:xfrm>
            <a:off x="7943850" y="1657350"/>
            <a:ext cx="3238500" cy="3962400"/>
          </a:xfrm>
          <a:prstGeom prst="roundRect">
            <a:avLst>
              <a:gd name="adj" fmla="val 5882"/>
            </a:avLst>
          </a:prstGeom>
          <a:solidFill>
            <a:srgbClr val="F6F1E6">
              <a:alpha val="3500"/>
            </a:srgbClr>
          </a:solidFill>
          <a:ln w="14288">
            <a:solidFill>
              <a:srgbClr val="F6F1E6">
                <a:alpha val="28000"/>
              </a:srgbClr>
            </a:solidFill>
            <a:prstDash val="lgDash"/>
          </a:ln>
        </p:spPr>
      </p:sp>
      <p:sp>
        <p:nvSpPr>
          <p:cNvPr id="388" name="Rectangle 388"/>
          <p:cNvSpPr/>
          <p:nvPr/>
        </p:nvSpPr>
        <p:spPr>
          <a:xfrm>
            <a:off x="38100" y="38100"/>
            <a:ext cx="12115800" cy="6781800"/>
          </a:xfrm>
          <a:prstGeom prst="rect">
            <a:avLst/>
          </a:prstGeom>
          <a:noFill/>
          <a:ln w="11906">
            <a:solidFill>
              <a:srgbClr val="C9B58A">
                <a:alpha val="92000"/>
              </a:srgbClr>
            </a:solidFill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Ellipse 379"/>
          <p:cNvSpPr/>
          <p:nvPr/>
        </p:nvSpPr>
        <p:spPr>
          <a:xfrm>
            <a:off x="7581900" y="1085850"/>
            <a:ext cx="4914900" cy="4914900"/>
          </a:xfrm>
          <a:prstGeom prst="ellipse">
            <a:avLst/>
          </a:prstGeom>
          <a:solidFill>
            <a:srgbClr val="6D86B8">
              <a:alpha val="13000"/>
            </a:srgbClr>
          </a:solidFill>
          <a:ln>
            <a:noFill/>
          </a:ln>
        </p:spPr>
      </p:sp>
      <p:sp>
        <p:nvSpPr>
          <p:cNvPr id="380" name="Freeform 380"/>
          <p:cNvSpPr/>
          <p:nvPr/>
        </p:nvSpPr>
        <p:spPr>
          <a:xfrm>
            <a:off x="876300" y="4667250"/>
            <a:ext cx="4914900" cy="9525"/>
          </a:xfrm>
          <a:custGeom>
            <a:avLst/>
            <a:gdLst/>
            <a:ahLst/>
            <a:cxnLst/>
            <a:rect l="l" t="t" r="r" b="b"/>
            <a:pathLst>
              <a:path w="4914900" h="9525">
                <a:moveTo>
                  <a:pt x="0" y="0"/>
                </a:moveTo>
                <a:lnTo>
                  <a:pt x="4914900" y="0"/>
                </a:lnTo>
              </a:path>
            </a:pathLst>
          </a:custGeom>
          <a:noFill/>
          <a:ln w="28575">
            <a:solidFill>
              <a:srgbClr val="C9B58A"/>
            </a:solidFill>
          </a:ln>
        </p:spPr>
      </p:sp>
      <p:sp>
        <p:nvSpPr>
          <p:cNvPr id="381" name="chapter-number-slot Placeholder Carrier"/>
          <p:cNvSpPr txBox="1"/>
          <p:nvPr>
            <p:ph type="body" idx="1"/>
          </p:nvPr>
        </p:nvSpPr>
        <p:spPr>
          <a:xfrm>
            <a:off x="800100" y="1877378"/>
            <a:ext cx="1781251" cy="22193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1550" spc="-450" dirty="0">
                <a:solidFill>
                  <a:srgbClr val="C9B58A"/>
                </a:solidFill>
                <a:latin typeface="Source Han Serif CN"/>
                <a:ea typeface="Source Han Serif CN"/>
                <a:cs typeface="Source Han Serif CN"/>
              </a:rPr>
              <a:t>01</a:t>
            </a:r>
          </a:p>
        </p:txBody>
      </p:sp>
      <p:sp>
        <p:nvSpPr>
          <p:cNvPr id="383" name="chapter-title-slot Placeholder Carrier"/>
          <p:cNvSpPr txBox="1"/>
          <p:nvPr>
            <p:ph type="title"/>
          </p:nvPr>
        </p:nvSpPr>
        <p:spPr>
          <a:xfrm>
            <a:off x="858012" y="3973830"/>
            <a:ext cx="6676766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600" b="1" dirty="0">
                <a:solidFill>
                  <a:srgbClr val="F6F1E6"/>
                </a:solidFill>
                <a:latin typeface="Source Han Sans CN"/>
                <a:ea typeface="Source Han Sans CN"/>
                <a:cs typeface="Source Han Sans CN"/>
              </a:rPr>
              <a:t>DAY 01 · BASE FOUNDATION</a:t>
            </a:r>
          </a:p>
        </p:txBody>
      </p:sp>
      <p:sp>
        <p:nvSpPr>
          <p:cNvPr id="385" name="chapter-desc-slot Placeholder Carrier"/>
          <p:cNvSpPr txBox="1"/>
          <p:nvPr>
            <p:ph type="subTitle" idx="2"/>
          </p:nvPr>
        </p:nvSpPr>
        <p:spPr>
          <a:xfrm>
            <a:off x="867918" y="5193982"/>
            <a:ext cx="4781093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650" dirty="0">
                <a:solidFill>
                  <a:srgbClr val="AEB4C1"/>
                </a:solidFill>
                <a:latin typeface="Source Han Sans CN"/>
                <a:ea typeface="Source Han Sans CN"/>
                <a:cs typeface="Source Han Sans CN"/>
              </a:rPr>
              <a:t>START WITH THE RIGHT LOGIC FOR YOUR BASE</a:t>
            </a:r>
          </a:p>
        </p:txBody>
      </p:sp>
      <p:sp>
        <p:nvSpPr>
          <p:cNvPr id="387" name="Rectangle 387"/>
          <p:cNvSpPr/>
          <p:nvPr/>
        </p:nvSpPr>
        <p:spPr>
          <a:xfrm>
            <a:off x="7715250" y="1676400"/>
            <a:ext cx="3143250" cy="3829050"/>
          </a:xfrm>
          <a:prstGeom prst="roundRect">
            <a:avLst>
              <a:gd name="adj" fmla="val 50000"/>
            </a:avLst>
          </a:prstGeom>
          <a:solidFill>
            <a:srgbClr val="F6F1E6">
              <a:alpha val="3000"/>
            </a:srgbClr>
          </a:solidFill>
          <a:ln w="14288">
            <a:solidFill>
              <a:srgbClr val="F6F1E6">
                <a:alpha val="28000"/>
              </a:srgbClr>
            </a:solidFill>
            <a:prstDash val="lgDash"/>
          </a:ln>
        </p:spPr>
      </p:sp>
      <p:sp>
        <p:nvSpPr>
          <p:cNvPr id="388" name="Rectangle 388"/>
          <p:cNvSpPr/>
          <p:nvPr/>
        </p:nvSpPr>
        <p:spPr>
          <a:xfrm>
            <a:off x="38100" y="38100"/>
            <a:ext cx="12115800" cy="6781800"/>
          </a:xfrm>
          <a:prstGeom prst="rect">
            <a:avLst/>
          </a:prstGeom>
          <a:noFill/>
          <a:ln w="11906">
            <a:solidFill>
              <a:srgbClr val="C9B58A">
                <a:alpha val="92000"/>
              </a:srgbClr>
            </a:solidFill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Freeform 379"/>
          <p:cNvSpPr/>
          <p:nvPr/>
        </p:nvSpPr>
        <p:spPr>
          <a:xfrm>
            <a:off x="838200" y="2095500"/>
            <a:ext cx="10515600" cy="9525"/>
          </a:xfrm>
          <a:custGeom>
            <a:avLst/>
            <a:gdLst/>
            <a:ahLst/>
            <a:cxnLst/>
            <a:rect l="l" t="t" r="r" b="b"/>
            <a:pathLst>
              <a:path w="10515600" h="9525">
                <a:moveTo>
                  <a:pt x="0" y="0"/>
                </a:moveTo>
                <a:lnTo>
                  <a:pt x="10515600" y="0"/>
                </a:lnTo>
              </a:path>
            </a:pathLst>
          </a:custGeom>
          <a:noFill/>
          <a:ln w="9525">
            <a:solidFill>
              <a:srgbClr val="C9B58A">
                <a:alpha val="50000"/>
              </a:srgbClr>
            </a:solidFill>
          </a:ln>
        </p:spPr>
      </p:sp>
      <p:sp>
        <p:nvSpPr>
          <p:cNvPr id="380" name="Freeform 380"/>
          <p:cNvSpPr/>
          <p:nvPr/>
        </p:nvSpPr>
        <p:spPr>
          <a:xfrm>
            <a:off x="838200" y="2438400"/>
            <a:ext cx="10515600" cy="3752850"/>
          </a:xfrm>
          <a:custGeom>
            <a:avLst/>
            <a:gdLst/>
            <a:ahLst/>
            <a:cxnLst/>
            <a:rect l="l" t="t" r="r" b="b"/>
            <a:pathLst>
              <a:path w="10515600" h="3752850">
                <a:moveTo>
                  <a:pt x="0" y="952500"/>
                </a:moveTo>
                <a:lnTo>
                  <a:pt x="10515600" y="952500"/>
                </a:lnTo>
                <a:moveTo>
                  <a:pt x="0" y="2133600"/>
                </a:moveTo>
                <a:lnTo>
                  <a:pt x="10515600" y="2133600"/>
                </a:lnTo>
                <a:moveTo>
                  <a:pt x="0" y="3314700"/>
                </a:moveTo>
                <a:lnTo>
                  <a:pt x="10515600" y="3314700"/>
                </a:lnTo>
                <a:moveTo>
                  <a:pt x="2619375" y="0"/>
                </a:moveTo>
                <a:lnTo>
                  <a:pt x="2619375" y="3752850"/>
                </a:lnTo>
                <a:moveTo>
                  <a:pt x="5257800" y="0"/>
                </a:moveTo>
                <a:lnTo>
                  <a:pt x="5257800" y="3752850"/>
                </a:lnTo>
                <a:moveTo>
                  <a:pt x="7896225" y="0"/>
                </a:moveTo>
                <a:lnTo>
                  <a:pt x="7896225" y="3752850"/>
                </a:lnTo>
              </a:path>
            </a:pathLst>
          </a:custGeom>
          <a:noFill/>
          <a:ln w="9525">
            <a:solidFill>
              <a:srgbClr val="F6F1E6">
                <a:alpha val="12000"/>
              </a:srgbClr>
            </a:solidFill>
          </a:ln>
        </p:spPr>
      </p:sp>
      <p:sp>
        <p:nvSpPr>
          <p:cNvPr id="381" name="agenda-title-slot Placeholder Carrier"/>
          <p:cNvSpPr txBox="1"/>
          <p:nvPr>
            <p:ph type="title"/>
          </p:nvPr>
        </p:nvSpPr>
        <p:spPr>
          <a:xfrm>
            <a:off x="820674" y="1227772"/>
            <a:ext cx="2946296" cy="67475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450" b="1" dirty="0">
                <a:solidFill>
                  <a:srgbClr val="F6F1E6"/>
                </a:solidFill>
                <a:latin typeface="Source Han Sans CN"/>
                <a:ea typeface="Source Han Sans CN"/>
                <a:cs typeface="Source Han Sans CN"/>
              </a:rPr>
              <a:t>COURSE MAP</a:t>
            </a:r>
          </a:p>
        </p:txBody>
      </p:sp>
      <p:sp>
        <p:nvSpPr>
          <p:cNvPr id="383" name="agenda-item-1-slot Placeholder Carrier"/>
          <p:cNvSpPr txBox="1"/>
          <p:nvPr>
            <p:ph type="body" idx="1"/>
          </p:nvPr>
        </p:nvSpPr>
        <p:spPr>
          <a:xfrm>
            <a:off x="1059180" y="2905125"/>
            <a:ext cx="159463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500" b="1" dirty="0">
                <a:solidFill>
                  <a:srgbClr val="F6F1E6"/>
                </a:solidFill>
                <a:latin typeface="Source Han Sans CN"/>
                <a:ea typeface="Source Han Sans CN"/>
                <a:cs typeface="Source Han Sans CN"/>
              </a:rPr>
              <a:t>01 FOUNDATION</a:t>
            </a:r>
          </a:p>
        </p:txBody>
      </p:sp>
      <p:sp>
        <p:nvSpPr>
          <p:cNvPr id="385" name="agenda-item-2-slot Placeholder Carrier"/>
          <p:cNvSpPr txBox="1"/>
          <p:nvPr>
            <p:ph type="body" idx="2"/>
          </p:nvPr>
        </p:nvSpPr>
        <p:spPr>
          <a:xfrm>
            <a:off x="3678555" y="2905125"/>
            <a:ext cx="186347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500" b="1" dirty="0">
                <a:solidFill>
                  <a:srgbClr val="F6F1E6"/>
                </a:solidFill>
                <a:latin typeface="Source Han Sans CN"/>
                <a:ea typeface="Source Han Sans CN"/>
                <a:cs typeface="Source Han Sans CN"/>
              </a:rPr>
              <a:t>02 EYE TECHNIQUE</a:t>
            </a:r>
          </a:p>
        </p:txBody>
      </p:sp>
      <p:sp>
        <p:nvSpPr>
          <p:cNvPr id="387" name="agenda-item-3-slot Placeholder Carrier"/>
          <p:cNvSpPr txBox="1"/>
          <p:nvPr>
            <p:ph type="body" idx="3"/>
          </p:nvPr>
        </p:nvSpPr>
        <p:spPr>
          <a:xfrm>
            <a:off x="6316980" y="2905125"/>
            <a:ext cx="181866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500" b="1" dirty="0">
                <a:solidFill>
                  <a:srgbClr val="F6F1E6"/>
                </a:solidFill>
                <a:latin typeface="Source Han Sans CN"/>
                <a:ea typeface="Source Han Sans CN"/>
                <a:cs typeface="Source Han Sans CN"/>
              </a:rPr>
              <a:t>03 BASE &amp; SCULPT</a:t>
            </a:r>
          </a:p>
        </p:txBody>
      </p:sp>
      <p:sp>
        <p:nvSpPr>
          <p:cNvPr id="389" name="agenda-item-4-slot Placeholder Carrier"/>
          <p:cNvSpPr txBox="1"/>
          <p:nvPr>
            <p:ph type="body" idx="4"/>
          </p:nvPr>
        </p:nvSpPr>
        <p:spPr>
          <a:xfrm>
            <a:off x="8955405" y="2905125"/>
            <a:ext cx="237873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500" b="1" dirty="0">
                <a:solidFill>
                  <a:srgbClr val="F6F1E6"/>
                </a:solidFill>
                <a:latin typeface="Source Han Sans CN"/>
                <a:ea typeface="Source Han Sans CN"/>
                <a:cs typeface="Source Han Sans CN"/>
              </a:rPr>
              <a:t>04 PERSONAL FORMULA</a:t>
            </a:r>
          </a:p>
        </p:txBody>
      </p:sp>
      <p:sp>
        <p:nvSpPr>
          <p:cNvPr id="391" name="agenda-note-slot Placeholder Carrier"/>
          <p:cNvSpPr txBox="1"/>
          <p:nvPr>
            <p:ph type="body" idx="5"/>
          </p:nvPr>
        </p:nvSpPr>
        <p:spPr>
          <a:xfrm>
            <a:off x="830580" y="5286375"/>
            <a:ext cx="577596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500" dirty="0">
                <a:solidFill>
                  <a:srgbClr val="AEB4C1"/>
                </a:solidFill>
                <a:latin typeface="Source Han Sans CN"/>
                <a:ea typeface="Source Han Sans CN"/>
                <a:cs typeface="Source Han Sans CN"/>
              </a:rPr>
              <a:t>WEEK 01 · FUNDAMENTALS / WEEK 02 · PERSONAL FORMULA</a:t>
            </a:r>
          </a:p>
        </p:txBody>
      </p:sp>
      <p:sp>
        <p:nvSpPr>
          <p:cNvPr id="393" name="Rectangle 393"/>
          <p:cNvSpPr/>
          <p:nvPr/>
        </p:nvSpPr>
        <p:spPr>
          <a:xfrm>
            <a:off x="38100" y="38100"/>
            <a:ext cx="12115800" cy="6781800"/>
          </a:xfrm>
          <a:prstGeom prst="rect">
            <a:avLst/>
          </a:prstGeom>
          <a:noFill/>
          <a:ln w="11906">
            <a:solidFill>
              <a:srgbClr val="C9B58A">
                <a:alpha val="92000"/>
              </a:srgbClr>
            </a:solidFill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Freeform 379"/>
          <p:cNvSpPr/>
          <p:nvPr/>
        </p:nvSpPr>
        <p:spPr>
          <a:xfrm>
            <a:off x="838200" y="1581150"/>
            <a:ext cx="10515600" cy="9525"/>
          </a:xfrm>
          <a:custGeom>
            <a:avLst/>
            <a:gdLst/>
            <a:ahLst/>
            <a:cxnLst/>
            <a:rect l="l" t="t" r="r" b="b"/>
            <a:pathLst>
              <a:path w="10515600" h="9525">
                <a:moveTo>
                  <a:pt x="0" y="0"/>
                </a:moveTo>
                <a:lnTo>
                  <a:pt x="10515600" y="0"/>
                </a:lnTo>
              </a:path>
            </a:pathLst>
          </a:custGeom>
          <a:noFill/>
          <a:ln w="9525">
            <a:solidFill>
              <a:srgbClr val="F6F1E6">
                <a:alpha val="16000"/>
              </a:srgbClr>
            </a:solidFill>
          </a:ln>
        </p:spPr>
      </p:sp>
      <p:sp>
        <p:nvSpPr>
          <p:cNvPr id="380" name="Freeform 380"/>
          <p:cNvSpPr/>
          <p:nvPr/>
        </p:nvSpPr>
        <p:spPr>
          <a:xfrm>
            <a:off x="838200" y="1581150"/>
            <a:ext cx="1333500" cy="9525"/>
          </a:xfrm>
          <a:custGeom>
            <a:avLst/>
            <a:gdLst/>
            <a:ahLst/>
            <a:cxnLst/>
            <a:rect l="l" t="t" r="r" b="b"/>
            <a:pathLst>
              <a:path w="1333500" h="9525">
                <a:moveTo>
                  <a:pt x="0" y="0"/>
                </a:moveTo>
                <a:lnTo>
                  <a:pt x="1333500" y="0"/>
                </a:lnTo>
              </a:path>
            </a:pathLst>
          </a:custGeom>
          <a:noFill/>
          <a:ln w="28575">
            <a:solidFill>
              <a:srgbClr val="C9B58A"/>
            </a:solidFill>
          </a:ln>
        </p:spPr>
      </p:sp>
      <p:sp>
        <p:nvSpPr>
          <p:cNvPr id="381" name="Freeform 381"/>
          <p:cNvSpPr/>
          <p:nvPr/>
        </p:nvSpPr>
        <p:spPr>
          <a:xfrm>
            <a:off x="6572250" y="2000250"/>
            <a:ext cx="9525" cy="3829050"/>
          </a:xfrm>
          <a:custGeom>
            <a:avLst/>
            <a:gdLst/>
            <a:ahLst/>
            <a:cxnLst/>
            <a:rect l="l" t="t" r="r" b="b"/>
            <a:pathLst>
              <a:path w="9525" h="3829050">
                <a:moveTo>
                  <a:pt x="0" y="0"/>
                </a:moveTo>
                <a:lnTo>
                  <a:pt x="0" y="3829050"/>
                </a:lnTo>
              </a:path>
            </a:pathLst>
          </a:custGeom>
          <a:noFill/>
          <a:ln w="9525">
            <a:solidFill>
              <a:srgbClr val="F6F1E6">
                <a:alpha val="11000"/>
              </a:srgbClr>
            </a:solidFill>
          </a:ln>
        </p:spPr>
      </p:sp>
      <p:sp>
        <p:nvSpPr>
          <p:cNvPr id="382" name="content-title-slot Placeholder Carrier"/>
          <p:cNvSpPr txBox="1"/>
          <p:nvPr>
            <p:ph type="title"/>
          </p:nvPr>
        </p:nvSpPr>
        <p:spPr>
          <a:xfrm>
            <a:off x="822198" y="783908"/>
            <a:ext cx="3913289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150" b="1" dirty="0">
                <a:solidFill>
                  <a:srgbClr val="F6F1E6"/>
                </a:solidFill>
                <a:latin typeface="Source Han Sans CN"/>
                <a:ea typeface="Source Han Sans CN"/>
                <a:cs typeface="Source Han Sans CN"/>
              </a:rPr>
              <a:t>LIGHTWEIGHT BASE</a:t>
            </a:r>
          </a:p>
        </p:txBody>
      </p:sp>
      <p:sp>
        <p:nvSpPr>
          <p:cNvPr id="384" name="content-key-message-slot Placeholder Carrier"/>
          <p:cNvSpPr txBox="1"/>
          <p:nvPr>
            <p:ph type="subTitle" idx="1"/>
          </p:nvPr>
        </p:nvSpPr>
        <p:spPr>
          <a:xfrm>
            <a:off x="829056" y="2244090"/>
            <a:ext cx="586541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800" b="1" dirty="0">
                <a:solidFill>
                  <a:srgbClr val="C9B58A"/>
                </a:solidFill>
                <a:latin typeface="Source Han Sans CN"/>
                <a:ea typeface="Source Han Sans CN"/>
                <a:cs typeface="Source Han Sans CN"/>
              </a:rPr>
              <a:t>BUILD IN THIN LAYERS, KEEP THE SKIN BREATHING</a:t>
            </a:r>
          </a:p>
        </p:txBody>
      </p:sp>
      <p:sp>
        <p:nvSpPr>
          <p:cNvPr id="386" name="Rectangle 386"/>
          <p:cNvSpPr/>
          <p:nvPr/>
        </p:nvSpPr>
        <p:spPr>
          <a:xfrm>
            <a:off x="838200" y="3028950"/>
            <a:ext cx="5181600" cy="2400300"/>
          </a:xfrm>
          <a:prstGeom prst="roundRect">
            <a:avLst>
              <a:gd name="adj" fmla="val 7143"/>
            </a:avLst>
          </a:prstGeom>
          <a:solidFill>
            <a:srgbClr val="F6F1E6">
              <a:alpha val="4000"/>
            </a:srgbClr>
          </a:solidFill>
          <a:ln w="9525">
            <a:solidFill>
              <a:srgbClr val="F6F1E6">
                <a:alpha val="17000"/>
              </a:srgbClr>
            </a:solidFill>
          </a:ln>
        </p:spPr>
      </p:sp>
      <p:sp>
        <p:nvSpPr>
          <p:cNvPr id="387" name="Rectangle 387"/>
          <p:cNvSpPr/>
          <p:nvPr/>
        </p:nvSpPr>
        <p:spPr>
          <a:xfrm>
            <a:off x="7181850" y="2000250"/>
            <a:ext cx="3524250" cy="3810000"/>
          </a:xfrm>
          <a:prstGeom prst="roundRect">
            <a:avLst>
              <a:gd name="adj" fmla="val 5405"/>
            </a:avLst>
          </a:prstGeom>
          <a:solidFill>
            <a:srgbClr val="F6F1E6">
              <a:alpha val="2500"/>
            </a:srgbClr>
          </a:solidFill>
          <a:ln w="14288">
            <a:solidFill>
              <a:srgbClr val="F6F1E6">
                <a:alpha val="26000"/>
              </a:srgbClr>
            </a:solidFill>
            <a:prstDash val="lgDash"/>
          </a:ln>
        </p:spPr>
      </p:sp>
      <p:sp>
        <p:nvSpPr>
          <p:cNvPr id="388" name="content-page-number-slot Placeholder Carrier"/>
          <p:cNvSpPr txBox="1"/>
          <p:nvPr>
            <p:ph type="sldNum" idx="7"/>
          </p:nvPr>
        </p:nvSpPr>
        <p:spPr>
          <a:xfrm>
            <a:off x="11150956" y="630936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AEB4C1"/>
                </a:solidFill>
                <a:latin typeface="Source Han Sans CN"/>
                <a:ea typeface="Source Han Sans CN"/>
                <a:cs typeface="Source Han Sans CN"/>
              </a:rPr>
              <a:t>03</a:t>
            </a:r>
          </a:p>
        </p:txBody>
      </p:sp>
      <p:sp>
        <p:nvSpPr>
          <p:cNvPr id="389" name="Rectangle 389"/>
          <p:cNvSpPr/>
          <p:nvPr/>
        </p:nvSpPr>
        <p:spPr>
          <a:xfrm>
            <a:off x="38100" y="38100"/>
            <a:ext cx="12115800" cy="6781800"/>
          </a:xfrm>
          <a:prstGeom prst="rect">
            <a:avLst/>
          </a:prstGeom>
          <a:noFill/>
          <a:ln w="11906">
            <a:solidFill>
              <a:srgbClr val="C9B58A">
                <a:alpha val="92000"/>
              </a:srgbClr>
            </a:solidFill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Freeform 379"/>
          <p:cNvSpPr/>
          <p:nvPr/>
        </p:nvSpPr>
        <p:spPr>
          <a:xfrm>
            <a:off x="838200" y="2133600"/>
            <a:ext cx="10515600" cy="3581400"/>
          </a:xfrm>
          <a:custGeom>
            <a:avLst/>
            <a:gdLst/>
            <a:ahLst/>
            <a:cxnLst/>
            <a:rect l="l" t="t" r="r" b="b"/>
            <a:pathLst>
              <a:path w="10515600" h="3581400">
                <a:moveTo>
                  <a:pt x="0" y="438150"/>
                </a:moveTo>
                <a:lnTo>
                  <a:pt x="10515600" y="438150"/>
                </a:lnTo>
                <a:moveTo>
                  <a:pt x="0" y="1352550"/>
                </a:moveTo>
                <a:lnTo>
                  <a:pt x="10515600" y="1352550"/>
                </a:lnTo>
                <a:moveTo>
                  <a:pt x="0" y="2266950"/>
                </a:moveTo>
                <a:lnTo>
                  <a:pt x="10515600" y="2266950"/>
                </a:lnTo>
                <a:moveTo>
                  <a:pt x="0" y="3181350"/>
                </a:moveTo>
                <a:lnTo>
                  <a:pt x="10515600" y="3181350"/>
                </a:lnTo>
                <a:moveTo>
                  <a:pt x="1809750" y="0"/>
                </a:moveTo>
                <a:lnTo>
                  <a:pt x="1809750" y="3581400"/>
                </a:lnTo>
                <a:moveTo>
                  <a:pt x="3905250" y="0"/>
                </a:moveTo>
                <a:lnTo>
                  <a:pt x="3905250" y="3581400"/>
                </a:lnTo>
                <a:moveTo>
                  <a:pt x="6000750" y="0"/>
                </a:moveTo>
                <a:lnTo>
                  <a:pt x="6000750" y="3581400"/>
                </a:lnTo>
                <a:moveTo>
                  <a:pt x="8096250" y="0"/>
                </a:moveTo>
                <a:lnTo>
                  <a:pt x="8096250" y="3581400"/>
                </a:lnTo>
              </a:path>
            </a:pathLst>
          </a:custGeom>
          <a:noFill/>
          <a:ln w="9525">
            <a:solidFill>
              <a:srgbClr val="F6F1E6">
                <a:alpha val="10000"/>
              </a:srgbClr>
            </a:solidFill>
          </a:ln>
        </p:spPr>
      </p:sp>
      <p:sp>
        <p:nvSpPr>
          <p:cNvPr id="380" name="Ellipse 380"/>
          <p:cNvSpPr/>
          <p:nvPr/>
        </p:nvSpPr>
        <p:spPr>
          <a:xfrm>
            <a:off x="847725" y="1209675"/>
            <a:ext cx="133350" cy="133350"/>
          </a:xfrm>
          <a:prstGeom prst="ellipse">
            <a:avLst/>
          </a:prstGeom>
          <a:solidFill>
            <a:srgbClr val="C9B58A"/>
          </a:solidFill>
          <a:ln>
            <a:noFill/>
          </a:ln>
        </p:spPr>
      </p:sp>
      <p:sp>
        <p:nvSpPr>
          <p:cNvPr id="381" name="Freeform 381"/>
          <p:cNvSpPr/>
          <p:nvPr/>
        </p:nvSpPr>
        <p:spPr>
          <a:xfrm>
            <a:off x="1123950" y="1276350"/>
            <a:ext cx="1943100" cy="9525"/>
          </a:xfrm>
          <a:custGeom>
            <a:avLst/>
            <a:gdLst/>
            <a:ahLst/>
            <a:cxnLst/>
            <a:rect l="l" t="t" r="r" b="b"/>
            <a:pathLst>
              <a:path w="1943100" h="9525">
                <a:moveTo>
                  <a:pt x="0" y="0"/>
                </a:moveTo>
                <a:lnTo>
                  <a:pt x="1943100" y="0"/>
                </a:lnTo>
              </a:path>
            </a:pathLst>
          </a:custGeom>
          <a:noFill/>
          <a:ln w="14288">
            <a:solidFill>
              <a:srgbClr val="C9B58A">
                <a:alpha val="55000"/>
              </a:srgbClr>
            </a:solidFill>
          </a:ln>
        </p:spPr>
      </p:sp>
      <p:sp>
        <p:nvSpPr>
          <p:cNvPr id="382" name="formula-message-slot Placeholder Carrier"/>
          <p:cNvSpPr txBox="1"/>
          <p:nvPr>
            <p:ph type="title"/>
          </p:nvPr>
        </p:nvSpPr>
        <p:spPr>
          <a:xfrm>
            <a:off x="820674" y="751522"/>
            <a:ext cx="6707726" cy="67475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450" b="1" dirty="0">
                <a:solidFill>
                  <a:srgbClr val="F6F1E6"/>
                </a:solidFill>
                <a:latin typeface="Source Han Sans CN"/>
                <a:ea typeface="Source Han Sans CN"/>
                <a:cs typeface="Source Han Sans CN"/>
              </a:rPr>
              <a:t>PERSONAL MAKEUP FORMULA</a:t>
            </a:r>
          </a:p>
        </p:txBody>
      </p:sp>
      <p:sp>
        <p:nvSpPr>
          <p:cNvPr id="384" name="formula-subtitle-slot Placeholder Carrier"/>
          <p:cNvSpPr txBox="1"/>
          <p:nvPr>
            <p:ph type="subTitle" idx="1"/>
          </p:nvPr>
        </p:nvSpPr>
        <p:spPr>
          <a:xfrm>
            <a:off x="830199" y="1658779"/>
            <a:ext cx="2469109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580" dirty="0">
                <a:solidFill>
                  <a:srgbClr val="AEB4C1"/>
                </a:solidFill>
                <a:latin typeface="Source Han Sans CN"/>
                <a:ea typeface="Source Han Sans CN"/>
                <a:cs typeface="Source Han Sans CN"/>
              </a:rPr>
              <a:t>STYLE · STEPS · TOOLS</a:t>
            </a:r>
          </a:p>
        </p:txBody>
      </p:sp>
      <p:sp>
        <p:nvSpPr>
          <p:cNvPr id="386" name="Rectangle 386"/>
          <p:cNvSpPr/>
          <p:nvPr/>
        </p:nvSpPr>
        <p:spPr>
          <a:xfrm>
            <a:off x="1047750" y="2419350"/>
            <a:ext cx="10058400" cy="3086100"/>
          </a:xfrm>
          <a:prstGeom prst="roundRect">
            <a:avLst>
              <a:gd name="adj" fmla="val 7407"/>
            </a:avLst>
          </a:prstGeom>
          <a:solidFill>
            <a:srgbClr val="F6F1E6">
              <a:alpha val="2500"/>
            </a:srgbClr>
          </a:solidFill>
          <a:ln w="9525">
            <a:solidFill>
              <a:srgbClr val="F6F1E6">
                <a:alpha val="14000"/>
              </a:srgbClr>
            </a:solidFill>
          </a:ln>
        </p:spPr>
      </p:sp>
      <p:sp>
        <p:nvSpPr>
          <p:cNvPr id="387" name="formula-page-number-slot Placeholder Carrier"/>
          <p:cNvSpPr txBox="1"/>
          <p:nvPr>
            <p:ph type="sldNum" idx="7"/>
          </p:nvPr>
        </p:nvSpPr>
        <p:spPr>
          <a:xfrm>
            <a:off x="11150956" y="630936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AEB4C1"/>
                </a:solidFill>
                <a:latin typeface="Source Han Sans CN"/>
                <a:ea typeface="Source Han Sans CN"/>
                <a:cs typeface="Source Han Sans CN"/>
              </a:rPr>
              <a:t>04</a:t>
            </a:r>
          </a:p>
        </p:txBody>
      </p:sp>
      <p:sp>
        <p:nvSpPr>
          <p:cNvPr id="388" name="Rectangle 388"/>
          <p:cNvSpPr/>
          <p:nvPr/>
        </p:nvSpPr>
        <p:spPr>
          <a:xfrm>
            <a:off x="38100" y="38100"/>
            <a:ext cx="12115800" cy="6781800"/>
          </a:xfrm>
          <a:prstGeom prst="rect">
            <a:avLst/>
          </a:prstGeom>
          <a:noFill/>
          <a:ln w="11906">
            <a:solidFill>
              <a:srgbClr val="C9B58A">
                <a:alpha val="92000"/>
              </a:srgbClr>
            </a:solidFill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2026-08-10T09:21:25Z</dcterms:created>
  <dcterms:modified xsi:type="dcterms:W3CDTF">2026-08-10T09:21:25Z</dcterms:modified>
  <cp:category/>
  <cp:contentStatus/>
</cp:coreProperties>
</file>