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Fashion Crea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kicker-slot Placeholder"/>
          <p:cNvSpPr>
            <a:spLocks noGrp="1"/>
          </p:cNvSpPr>
          <p:nvPr>
            <p:ph type="body" idx="1"/>
          </p:nvPr>
        </p:nvSpPr>
        <p:spPr>
          <a:xfrm>
            <a:off x="876300" y="1123950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200"/>
            </a:lvl1pPr>
          </a:lstStyle>
          <a:p>
            <a:pPr marL="0" indent="0">
              <a:buNone/>
            </a:pPr>
            <a:r>
              <a:rPr lang="en-US" sz="1200" spc="15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  <p:sp>
        <p:nvSpPr>
          <p:cNvPr id="3" name="cover-title-slot Placeholder"/>
          <p:cNvSpPr>
            <a:spLocks noGrp="1"/>
          </p:cNvSpPr>
          <p:nvPr>
            <p:ph type="title"/>
          </p:nvPr>
        </p:nvSpPr>
        <p:spPr>
          <a:xfrm>
            <a:off x="838200" y="3390900"/>
            <a:ext cx="619125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en-US" sz="48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Click to add title</a:t>
            </a:r>
            <a:endParaRPr lang="en-US"/>
          </a:p>
        </p:txBody>
      </p:sp>
      <p:sp>
        <p:nvSpPr>
          <p:cNvPr id="4" name="cover-subtitle-slot Placeholder"/>
          <p:cNvSpPr>
            <a:spLocks noGrp="1"/>
          </p:cNvSpPr>
          <p:nvPr>
            <p:ph type="subTitle" idx="2"/>
          </p:nvPr>
        </p:nvSpPr>
        <p:spPr>
          <a:xfrm>
            <a:off x="876300" y="4762500"/>
            <a:ext cx="561975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en-US" sz="180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Click to add subtitle</a:t>
            </a:r>
            <a:endParaRPr lang="en-US"/>
          </a:p>
        </p:txBody>
      </p:sp>
      <p:sp>
        <p:nvSpPr>
          <p:cNvPr id="5" name="cover-date-slot Placeholder"/>
          <p:cNvSpPr>
            <a:spLocks noGrp="1"/>
          </p:cNvSpPr>
          <p:nvPr>
            <p:ph type="dt" idx="3"/>
          </p:nvPr>
        </p:nvSpPr>
        <p:spPr>
          <a:xfrm>
            <a:off x="876300" y="59817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14296BF1-9C67-4D2A-BF0C-E21D3B63339E}" type="datetimeFigureOut">
              <a:rPr lang="en-US" sz="1200" spc="75" dirty="0">
                <a:solidFill>
                  <a:srgbClr val="A08350"/>
                </a:solidFill>
                <a:latin typeface="Source Han Sans CN"/>
                <a:ea typeface="Source Han Sans CN"/>
                <a:cs typeface="Source Han Sans CN"/>
              </a:rPr>
              <a:t>COURSE TEMPLATE · 2026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Fashion Cream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-number-slot Placeholder"/>
          <p:cNvSpPr>
            <a:spLocks noGrp="1"/>
          </p:cNvSpPr>
          <p:nvPr>
            <p:ph type="body" idx="1"/>
          </p:nvPr>
        </p:nvSpPr>
        <p:spPr>
          <a:xfrm>
            <a:off x="819150" y="1752600"/>
            <a:ext cx="3143250" cy="163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1550"/>
            </a:lvl1pPr>
          </a:lstStyle>
          <a:p>
            <a:pPr marL="0" indent="0">
              <a:buNone/>
            </a:pPr>
            <a:r>
              <a:rPr lang="en-US" sz="11550" spc="-450" dirty="0">
                <a:solidFill>
                  <a:srgbClr val="B59B6A"/>
                </a:solidFill>
                <a:latin typeface="Source Han Serif CN"/>
                <a:ea typeface="Source Han Serif CN"/>
                <a:cs typeface="Source Han Serif CN"/>
              </a:rPr>
              <a:t>Click to add text</a:t>
            </a:r>
            <a:endParaRPr lang="en-US"/>
          </a:p>
        </p:txBody>
      </p:sp>
      <p:sp>
        <p:nvSpPr>
          <p:cNvPr id="3" name="chapter-title-slot Placeholder"/>
          <p:cNvSpPr>
            <a:spLocks noGrp="1"/>
          </p:cNvSpPr>
          <p:nvPr>
            <p:ph type="title"/>
          </p:nvPr>
        </p:nvSpPr>
        <p:spPr>
          <a:xfrm>
            <a:off x="876300" y="3867150"/>
            <a:ext cx="581025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600"/>
            </a:lvl1pPr>
          </a:lstStyle>
          <a:p>
            <a:r>
              <a:rPr lang="en-US" sz="36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Click to add title</a:t>
            </a:r>
            <a:endParaRPr lang="en-US"/>
          </a:p>
        </p:txBody>
      </p:sp>
      <p:sp>
        <p:nvSpPr>
          <p:cNvPr id="4" name="chapter-desc-slot Placeholder"/>
          <p:cNvSpPr>
            <a:spLocks noGrp="1"/>
          </p:cNvSpPr>
          <p:nvPr>
            <p:ph type="subTitle" idx="2"/>
          </p:nvPr>
        </p:nvSpPr>
        <p:spPr>
          <a:xfrm>
            <a:off x="876300" y="5048250"/>
            <a:ext cx="5524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650"/>
            </a:lvl1pPr>
          </a:lstStyle>
          <a:p>
            <a:pPr marL="0" indent="0">
              <a:buNone/>
            </a:pPr>
            <a:r>
              <a:rPr lang="en-US" sz="165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Fashion Cream Course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-title-slot Placeholder"/>
          <p:cNvSpPr>
            <a:spLocks noGrp="1"/>
          </p:cNvSpPr>
          <p:nvPr>
            <p:ph type="title"/>
          </p:nvPr>
        </p:nvSpPr>
        <p:spPr>
          <a:xfrm>
            <a:off x="838200" y="1104900"/>
            <a:ext cx="64770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450"/>
            </a:lvl1pPr>
          </a:lstStyle>
          <a:p>
            <a:r>
              <a:rPr lang="en-US" sz="345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Click to add title</a:t>
            </a:r>
            <a:endParaRPr lang="en-US"/>
          </a:p>
        </p:txBody>
      </p:sp>
      <p:sp>
        <p:nvSpPr>
          <p:cNvPr id="3" name="agenda-item-1-slot Placeholder"/>
          <p:cNvSpPr>
            <a:spLocks noGrp="1"/>
          </p:cNvSpPr>
          <p:nvPr>
            <p:ph type="body" idx="1"/>
          </p:nvPr>
        </p:nvSpPr>
        <p:spPr>
          <a:xfrm>
            <a:off x="1066800" y="2724150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  <p:sp>
        <p:nvSpPr>
          <p:cNvPr id="4" name="agenda-item-2-slot Placeholder"/>
          <p:cNvSpPr>
            <a:spLocks noGrp="1"/>
          </p:cNvSpPr>
          <p:nvPr>
            <p:ph type="body" idx="2"/>
          </p:nvPr>
        </p:nvSpPr>
        <p:spPr>
          <a:xfrm>
            <a:off x="3686175" y="2724150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  <p:sp>
        <p:nvSpPr>
          <p:cNvPr id="5" name="agenda-item-3-slot Placeholder"/>
          <p:cNvSpPr>
            <a:spLocks noGrp="1"/>
          </p:cNvSpPr>
          <p:nvPr>
            <p:ph type="body" idx="3"/>
          </p:nvPr>
        </p:nvSpPr>
        <p:spPr>
          <a:xfrm>
            <a:off x="6324600" y="2724150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  <p:sp>
        <p:nvSpPr>
          <p:cNvPr id="6" name="agenda-item-4-slot Placeholder"/>
          <p:cNvSpPr>
            <a:spLocks noGrp="1"/>
          </p:cNvSpPr>
          <p:nvPr>
            <p:ph type="body" idx="4"/>
          </p:nvPr>
        </p:nvSpPr>
        <p:spPr>
          <a:xfrm>
            <a:off x="8963025" y="2724150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  <p:sp>
        <p:nvSpPr>
          <p:cNvPr id="7" name="agenda-note-slot Placeholder"/>
          <p:cNvSpPr>
            <a:spLocks noGrp="1"/>
          </p:cNvSpPr>
          <p:nvPr>
            <p:ph type="body" idx="5"/>
          </p:nvPr>
        </p:nvSpPr>
        <p:spPr>
          <a:xfrm>
            <a:off x="838200" y="516255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00"/>
            </a:lvl1pPr>
          </a:lstStyle>
          <a:p>
            <a:pPr marL="0" indent="0">
              <a:buNone/>
            </a:pPr>
            <a:r>
              <a:rPr lang="en-US" sz="150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Fashion Cream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-title-slot Placeholder"/>
          <p:cNvSpPr>
            <a:spLocks noGrp="1"/>
          </p:cNvSpPr>
          <p:nvPr>
            <p:ph type="title"/>
          </p:nvPr>
        </p:nvSpPr>
        <p:spPr>
          <a:xfrm>
            <a:off x="838200" y="68580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r>
              <a:rPr lang="en-US" sz="315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Click to add title</a:t>
            </a:r>
            <a:endParaRPr lang="en-US"/>
          </a:p>
        </p:txBody>
      </p:sp>
      <p:sp>
        <p:nvSpPr>
          <p:cNvPr id="3" name="content-key-message-slot Placeholder"/>
          <p:cNvSpPr>
            <a:spLocks noGrp="1"/>
          </p:cNvSpPr>
          <p:nvPr>
            <p:ph type="subTitle" idx="1"/>
          </p:nvPr>
        </p:nvSpPr>
        <p:spPr>
          <a:xfrm>
            <a:off x="838200" y="207645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800"/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rgbClr val="8A744A"/>
                </a:solidFill>
                <a:latin typeface="Source Han Sans CN"/>
                <a:ea typeface="Source Han Sans CN"/>
                <a:cs typeface="Source Han Sans CN"/>
              </a:rPr>
              <a:t>Click to add subtitle</a:t>
            </a:r>
            <a:endParaRPr lang="en-US"/>
          </a:p>
        </p:txBody>
      </p:sp>
      <p:sp>
        <p:nvSpPr>
          <p:cNvPr id="4" name="content-page-number-slot Placeholder"/>
          <p:cNvSpPr>
            <a:spLocks noGrp="1"/>
          </p:cNvSpPr>
          <p:nvPr>
            <p:ph type="sldNum" idx="7"/>
          </p:nvPr>
        </p:nvSpPr>
        <p:spPr>
          <a:xfrm>
            <a:off x="10725150" y="622935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3E161A15-32B1-44E9-BBE2-15DB0674D883}" type="slidenum">
              <a:rPr lang="en-US" sz="120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NFashion Cream Formula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ula-message-slot Placeholder"/>
          <p:cNvSpPr>
            <a:spLocks noGrp="1"/>
          </p:cNvSpPr>
          <p:nvPr>
            <p:ph type="title"/>
          </p:nvPr>
        </p:nvSpPr>
        <p:spPr>
          <a:xfrm>
            <a:off x="838200" y="685800"/>
            <a:ext cx="8191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220"/>
            </a:lvl1pPr>
          </a:lstStyle>
          <a:p>
            <a:r>
              <a:rPr lang="en-US" sz="322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Click to add title</a:t>
            </a:r>
            <a:endParaRPr lang="en-US"/>
          </a:p>
        </p:txBody>
      </p:sp>
      <p:sp>
        <p:nvSpPr>
          <p:cNvPr id="3" name="formula-subtitle-slot Placeholder"/>
          <p:cNvSpPr>
            <a:spLocks noGrp="1"/>
          </p:cNvSpPr>
          <p:nvPr>
            <p:ph type="subTitle" idx="1"/>
          </p:nvPr>
        </p:nvSpPr>
        <p:spPr>
          <a:xfrm>
            <a:off x="838200" y="15621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580"/>
            </a:lvl1pPr>
          </a:lstStyle>
          <a:p>
            <a:pPr marL="0" indent="0">
              <a:buNone/>
            </a:pPr>
            <a:r>
              <a:rPr lang="en-US" sz="158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Click to add subtitle</a:t>
            </a:r>
            <a:endParaRPr lang="en-US"/>
          </a:p>
        </p:txBody>
      </p:sp>
      <p:sp>
        <p:nvSpPr>
          <p:cNvPr id="4" name="formula-page-number-slot Placeholder"/>
          <p:cNvSpPr>
            <a:spLocks noGrp="1"/>
          </p:cNvSpPr>
          <p:nvPr>
            <p:ph type="sldNum" idx="7"/>
          </p:nvPr>
        </p:nvSpPr>
        <p:spPr>
          <a:xfrm>
            <a:off x="10725150" y="622935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BF4A5801-F377-4C90-B482-4CECF858CD80}" type="slidenum">
              <a:rPr lang="en-US" sz="120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664975dc07ecbf44.png"/>
  <Relationship Id="rId14" Type="http://schemas.openxmlformats.org/officeDocument/2006/relationships/slideLayout" Target="../slideLayouts/slideLayout12.xml"/>
  <Relationship Id="rId15" Type="http://schemas.openxmlformats.org/officeDocument/2006/relationships/slideLayout" Target="../slideLayouts/slideLayout13.xml"/>
  <Relationship Id="rId16" Type="http://schemas.openxmlformats.org/officeDocument/2006/relationships/slideLayout" Target="../slideLayouts/slideLayout14.xml"/>
  <Relationship Id="rId17" Type="http://schemas.openxmlformats.org/officeDocument/2006/relationships/slideLayout" Target="../slideLayouts/slideLayout15.xml"/>
  <Relationship Id="rId18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INFashion Cream Master">
    <p:bg>
      <p:bgPr>
        <a:solidFill>
          <a:srgbClr val="F7F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-ambient-glow Master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9E5F1"/>
              </a:gs>
              <a:gs pos="44000">
                <a:srgbClr val="EDF0EC"/>
              </a:gs>
              <a:gs pos="100000">
                <a:srgbClr val="F7F0E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master-dot-001 Master"/>
          <p:cNvSpPr/>
          <p:nvPr/>
        </p:nvSpPr>
        <p:spPr>
          <a:xfrm>
            <a:off x="6510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" name="master-dot-002 Master"/>
          <p:cNvSpPr/>
          <p:nvPr/>
        </p:nvSpPr>
        <p:spPr>
          <a:xfrm>
            <a:off x="11082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" name="master-dot-003 Master"/>
          <p:cNvSpPr/>
          <p:nvPr/>
        </p:nvSpPr>
        <p:spPr>
          <a:xfrm>
            <a:off x="15654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" name="master-dot-004 Master"/>
          <p:cNvSpPr/>
          <p:nvPr/>
        </p:nvSpPr>
        <p:spPr>
          <a:xfrm>
            <a:off x="20226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" name="master-dot-005 Master"/>
          <p:cNvSpPr/>
          <p:nvPr/>
        </p:nvSpPr>
        <p:spPr>
          <a:xfrm>
            <a:off x="24798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" name="master-dot-006 Master"/>
          <p:cNvSpPr/>
          <p:nvPr/>
        </p:nvSpPr>
        <p:spPr>
          <a:xfrm>
            <a:off x="29370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" name="master-dot-007 Master"/>
          <p:cNvSpPr/>
          <p:nvPr/>
        </p:nvSpPr>
        <p:spPr>
          <a:xfrm>
            <a:off x="33942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" name="master-dot-008 Master"/>
          <p:cNvSpPr/>
          <p:nvPr/>
        </p:nvSpPr>
        <p:spPr>
          <a:xfrm>
            <a:off x="38514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" name="master-dot-009 Master"/>
          <p:cNvSpPr/>
          <p:nvPr/>
        </p:nvSpPr>
        <p:spPr>
          <a:xfrm>
            <a:off x="43086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" name="master-dot-010 Master"/>
          <p:cNvSpPr/>
          <p:nvPr/>
        </p:nvSpPr>
        <p:spPr>
          <a:xfrm>
            <a:off x="47658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" name="master-dot-011 Master"/>
          <p:cNvSpPr/>
          <p:nvPr/>
        </p:nvSpPr>
        <p:spPr>
          <a:xfrm>
            <a:off x="52230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" name="master-dot-012 Master"/>
          <p:cNvSpPr/>
          <p:nvPr/>
        </p:nvSpPr>
        <p:spPr>
          <a:xfrm>
            <a:off x="56802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" name="master-dot-013 Master"/>
          <p:cNvSpPr/>
          <p:nvPr/>
        </p:nvSpPr>
        <p:spPr>
          <a:xfrm>
            <a:off x="61374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" name="master-dot-014 Master"/>
          <p:cNvSpPr/>
          <p:nvPr/>
        </p:nvSpPr>
        <p:spPr>
          <a:xfrm>
            <a:off x="65946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" name="master-dot-015 Master"/>
          <p:cNvSpPr/>
          <p:nvPr/>
        </p:nvSpPr>
        <p:spPr>
          <a:xfrm>
            <a:off x="70518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" name="master-dot-016 Master"/>
          <p:cNvSpPr/>
          <p:nvPr/>
        </p:nvSpPr>
        <p:spPr>
          <a:xfrm>
            <a:off x="75090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" name="master-dot-017 Master"/>
          <p:cNvSpPr/>
          <p:nvPr/>
        </p:nvSpPr>
        <p:spPr>
          <a:xfrm>
            <a:off x="79662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" name="master-dot-018 Master"/>
          <p:cNvSpPr/>
          <p:nvPr/>
        </p:nvSpPr>
        <p:spPr>
          <a:xfrm>
            <a:off x="84234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" name="master-dot-019 Master"/>
          <p:cNvSpPr/>
          <p:nvPr/>
        </p:nvSpPr>
        <p:spPr>
          <a:xfrm>
            <a:off x="88806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" name="master-dot-020 Master"/>
          <p:cNvSpPr/>
          <p:nvPr/>
        </p:nvSpPr>
        <p:spPr>
          <a:xfrm>
            <a:off x="93378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" name="master-dot-021 Master"/>
          <p:cNvSpPr/>
          <p:nvPr/>
        </p:nvSpPr>
        <p:spPr>
          <a:xfrm>
            <a:off x="97950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" name="master-dot-022 Master"/>
          <p:cNvSpPr/>
          <p:nvPr/>
        </p:nvSpPr>
        <p:spPr>
          <a:xfrm>
            <a:off x="102522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" name="master-dot-023 Master"/>
          <p:cNvSpPr/>
          <p:nvPr/>
        </p:nvSpPr>
        <p:spPr>
          <a:xfrm>
            <a:off x="107094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" name="master-dot-024 Master"/>
          <p:cNvSpPr/>
          <p:nvPr/>
        </p:nvSpPr>
        <p:spPr>
          <a:xfrm>
            <a:off x="111666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" name="master-dot-025 Master"/>
          <p:cNvSpPr/>
          <p:nvPr/>
        </p:nvSpPr>
        <p:spPr>
          <a:xfrm>
            <a:off x="11623834" y="250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" name="master-dot-026 Master"/>
          <p:cNvSpPr/>
          <p:nvPr/>
        </p:nvSpPr>
        <p:spPr>
          <a:xfrm>
            <a:off x="6510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" name="master-dot-027 Master"/>
          <p:cNvSpPr/>
          <p:nvPr/>
        </p:nvSpPr>
        <p:spPr>
          <a:xfrm>
            <a:off x="11082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" name="master-dot-028 Master"/>
          <p:cNvSpPr/>
          <p:nvPr/>
        </p:nvSpPr>
        <p:spPr>
          <a:xfrm>
            <a:off x="15654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" name="master-dot-029 Master"/>
          <p:cNvSpPr/>
          <p:nvPr/>
        </p:nvSpPr>
        <p:spPr>
          <a:xfrm>
            <a:off x="20226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" name="master-dot-030 Master"/>
          <p:cNvSpPr/>
          <p:nvPr/>
        </p:nvSpPr>
        <p:spPr>
          <a:xfrm>
            <a:off x="24798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" name="master-dot-031 Master"/>
          <p:cNvSpPr/>
          <p:nvPr/>
        </p:nvSpPr>
        <p:spPr>
          <a:xfrm>
            <a:off x="29370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" name="master-dot-032 Master"/>
          <p:cNvSpPr/>
          <p:nvPr/>
        </p:nvSpPr>
        <p:spPr>
          <a:xfrm>
            <a:off x="33942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" name="master-dot-033 Master"/>
          <p:cNvSpPr/>
          <p:nvPr/>
        </p:nvSpPr>
        <p:spPr>
          <a:xfrm>
            <a:off x="38514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" name="master-dot-034 Master"/>
          <p:cNvSpPr/>
          <p:nvPr/>
        </p:nvSpPr>
        <p:spPr>
          <a:xfrm>
            <a:off x="43086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7" name="master-dot-035 Master"/>
          <p:cNvSpPr/>
          <p:nvPr/>
        </p:nvSpPr>
        <p:spPr>
          <a:xfrm>
            <a:off x="47658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8" name="master-dot-036 Master"/>
          <p:cNvSpPr/>
          <p:nvPr/>
        </p:nvSpPr>
        <p:spPr>
          <a:xfrm>
            <a:off x="52230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9" name="master-dot-037 Master"/>
          <p:cNvSpPr/>
          <p:nvPr/>
        </p:nvSpPr>
        <p:spPr>
          <a:xfrm>
            <a:off x="56802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0" name="master-dot-038 Master"/>
          <p:cNvSpPr/>
          <p:nvPr/>
        </p:nvSpPr>
        <p:spPr>
          <a:xfrm>
            <a:off x="61374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1" name="master-dot-039 Master"/>
          <p:cNvSpPr/>
          <p:nvPr/>
        </p:nvSpPr>
        <p:spPr>
          <a:xfrm>
            <a:off x="65946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2" name="master-dot-040 Master"/>
          <p:cNvSpPr/>
          <p:nvPr/>
        </p:nvSpPr>
        <p:spPr>
          <a:xfrm>
            <a:off x="70518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3" name="master-dot-041 Master"/>
          <p:cNvSpPr/>
          <p:nvPr/>
        </p:nvSpPr>
        <p:spPr>
          <a:xfrm>
            <a:off x="75090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4" name="master-dot-042 Master"/>
          <p:cNvSpPr/>
          <p:nvPr/>
        </p:nvSpPr>
        <p:spPr>
          <a:xfrm>
            <a:off x="79662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5" name="master-dot-043 Master"/>
          <p:cNvSpPr/>
          <p:nvPr/>
        </p:nvSpPr>
        <p:spPr>
          <a:xfrm>
            <a:off x="84234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6" name="master-dot-044 Master"/>
          <p:cNvSpPr/>
          <p:nvPr/>
        </p:nvSpPr>
        <p:spPr>
          <a:xfrm>
            <a:off x="88806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7" name="master-dot-045 Master"/>
          <p:cNvSpPr/>
          <p:nvPr/>
        </p:nvSpPr>
        <p:spPr>
          <a:xfrm>
            <a:off x="93378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8" name="master-dot-046 Master"/>
          <p:cNvSpPr/>
          <p:nvPr/>
        </p:nvSpPr>
        <p:spPr>
          <a:xfrm>
            <a:off x="97950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49" name="master-dot-047 Master"/>
          <p:cNvSpPr/>
          <p:nvPr/>
        </p:nvSpPr>
        <p:spPr>
          <a:xfrm>
            <a:off x="102522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0" name="master-dot-048 Master"/>
          <p:cNvSpPr/>
          <p:nvPr/>
        </p:nvSpPr>
        <p:spPr>
          <a:xfrm>
            <a:off x="107094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1" name="master-dot-049 Master"/>
          <p:cNvSpPr/>
          <p:nvPr/>
        </p:nvSpPr>
        <p:spPr>
          <a:xfrm>
            <a:off x="111666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2" name="master-dot-050 Master"/>
          <p:cNvSpPr/>
          <p:nvPr/>
        </p:nvSpPr>
        <p:spPr>
          <a:xfrm>
            <a:off x="11623834" y="708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3" name="master-dot-051 Master"/>
          <p:cNvSpPr/>
          <p:nvPr/>
        </p:nvSpPr>
        <p:spPr>
          <a:xfrm>
            <a:off x="6510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4" name="master-dot-052 Master"/>
          <p:cNvSpPr/>
          <p:nvPr/>
        </p:nvSpPr>
        <p:spPr>
          <a:xfrm>
            <a:off x="11082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5" name="master-dot-053 Master"/>
          <p:cNvSpPr/>
          <p:nvPr/>
        </p:nvSpPr>
        <p:spPr>
          <a:xfrm>
            <a:off x="15654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6" name="master-dot-054 Master"/>
          <p:cNvSpPr/>
          <p:nvPr/>
        </p:nvSpPr>
        <p:spPr>
          <a:xfrm>
            <a:off x="20226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7" name="master-dot-055 Master"/>
          <p:cNvSpPr/>
          <p:nvPr/>
        </p:nvSpPr>
        <p:spPr>
          <a:xfrm>
            <a:off x="24798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8" name="master-dot-056 Master"/>
          <p:cNvSpPr/>
          <p:nvPr/>
        </p:nvSpPr>
        <p:spPr>
          <a:xfrm>
            <a:off x="29370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59" name="master-dot-057 Master"/>
          <p:cNvSpPr/>
          <p:nvPr/>
        </p:nvSpPr>
        <p:spPr>
          <a:xfrm>
            <a:off x="33942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0" name="master-dot-058 Master"/>
          <p:cNvSpPr/>
          <p:nvPr/>
        </p:nvSpPr>
        <p:spPr>
          <a:xfrm>
            <a:off x="38514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1" name="master-dot-059 Master"/>
          <p:cNvSpPr/>
          <p:nvPr/>
        </p:nvSpPr>
        <p:spPr>
          <a:xfrm>
            <a:off x="43086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2" name="master-dot-060 Master"/>
          <p:cNvSpPr/>
          <p:nvPr/>
        </p:nvSpPr>
        <p:spPr>
          <a:xfrm>
            <a:off x="47658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3" name="master-dot-061 Master"/>
          <p:cNvSpPr/>
          <p:nvPr/>
        </p:nvSpPr>
        <p:spPr>
          <a:xfrm>
            <a:off x="52230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4" name="master-dot-062 Master"/>
          <p:cNvSpPr/>
          <p:nvPr/>
        </p:nvSpPr>
        <p:spPr>
          <a:xfrm>
            <a:off x="56802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5" name="master-dot-063 Master"/>
          <p:cNvSpPr/>
          <p:nvPr/>
        </p:nvSpPr>
        <p:spPr>
          <a:xfrm>
            <a:off x="61374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6" name="master-dot-064 Master"/>
          <p:cNvSpPr/>
          <p:nvPr/>
        </p:nvSpPr>
        <p:spPr>
          <a:xfrm>
            <a:off x="65946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7" name="master-dot-065 Master"/>
          <p:cNvSpPr/>
          <p:nvPr/>
        </p:nvSpPr>
        <p:spPr>
          <a:xfrm>
            <a:off x="70518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8" name="master-dot-066 Master"/>
          <p:cNvSpPr/>
          <p:nvPr/>
        </p:nvSpPr>
        <p:spPr>
          <a:xfrm>
            <a:off x="75090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69" name="master-dot-067 Master"/>
          <p:cNvSpPr/>
          <p:nvPr/>
        </p:nvSpPr>
        <p:spPr>
          <a:xfrm>
            <a:off x="79662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0" name="master-dot-068 Master"/>
          <p:cNvSpPr/>
          <p:nvPr/>
        </p:nvSpPr>
        <p:spPr>
          <a:xfrm>
            <a:off x="84234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1" name="master-dot-069 Master"/>
          <p:cNvSpPr/>
          <p:nvPr/>
        </p:nvSpPr>
        <p:spPr>
          <a:xfrm>
            <a:off x="88806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2" name="master-dot-070 Master"/>
          <p:cNvSpPr/>
          <p:nvPr/>
        </p:nvSpPr>
        <p:spPr>
          <a:xfrm>
            <a:off x="93378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3" name="master-dot-071 Master"/>
          <p:cNvSpPr/>
          <p:nvPr/>
        </p:nvSpPr>
        <p:spPr>
          <a:xfrm>
            <a:off x="97950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4" name="master-dot-072 Master"/>
          <p:cNvSpPr/>
          <p:nvPr/>
        </p:nvSpPr>
        <p:spPr>
          <a:xfrm>
            <a:off x="102522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5" name="master-dot-073 Master"/>
          <p:cNvSpPr/>
          <p:nvPr/>
        </p:nvSpPr>
        <p:spPr>
          <a:xfrm>
            <a:off x="107094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6" name="master-dot-074 Master"/>
          <p:cNvSpPr/>
          <p:nvPr/>
        </p:nvSpPr>
        <p:spPr>
          <a:xfrm>
            <a:off x="111666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7" name="master-dot-075 Master"/>
          <p:cNvSpPr/>
          <p:nvPr/>
        </p:nvSpPr>
        <p:spPr>
          <a:xfrm>
            <a:off x="11623834" y="1165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8" name="master-dot-076 Master"/>
          <p:cNvSpPr/>
          <p:nvPr/>
        </p:nvSpPr>
        <p:spPr>
          <a:xfrm>
            <a:off x="6510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79" name="master-dot-077 Master"/>
          <p:cNvSpPr/>
          <p:nvPr/>
        </p:nvSpPr>
        <p:spPr>
          <a:xfrm>
            <a:off x="11082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0" name="master-dot-078 Master"/>
          <p:cNvSpPr/>
          <p:nvPr/>
        </p:nvSpPr>
        <p:spPr>
          <a:xfrm>
            <a:off x="15654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1" name="master-dot-079 Master"/>
          <p:cNvSpPr/>
          <p:nvPr/>
        </p:nvSpPr>
        <p:spPr>
          <a:xfrm>
            <a:off x="20226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2" name="master-dot-080 Master"/>
          <p:cNvSpPr/>
          <p:nvPr/>
        </p:nvSpPr>
        <p:spPr>
          <a:xfrm>
            <a:off x="24798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3" name="master-dot-081 Master"/>
          <p:cNvSpPr/>
          <p:nvPr/>
        </p:nvSpPr>
        <p:spPr>
          <a:xfrm>
            <a:off x="29370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4" name="master-dot-082 Master"/>
          <p:cNvSpPr/>
          <p:nvPr/>
        </p:nvSpPr>
        <p:spPr>
          <a:xfrm>
            <a:off x="33942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5" name="master-dot-083 Master"/>
          <p:cNvSpPr/>
          <p:nvPr/>
        </p:nvSpPr>
        <p:spPr>
          <a:xfrm>
            <a:off x="38514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6" name="master-dot-084 Master"/>
          <p:cNvSpPr/>
          <p:nvPr/>
        </p:nvSpPr>
        <p:spPr>
          <a:xfrm>
            <a:off x="43086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7" name="master-dot-085 Master"/>
          <p:cNvSpPr/>
          <p:nvPr/>
        </p:nvSpPr>
        <p:spPr>
          <a:xfrm>
            <a:off x="47658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8" name="master-dot-086 Master"/>
          <p:cNvSpPr/>
          <p:nvPr/>
        </p:nvSpPr>
        <p:spPr>
          <a:xfrm>
            <a:off x="52230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89" name="master-dot-087 Master"/>
          <p:cNvSpPr/>
          <p:nvPr/>
        </p:nvSpPr>
        <p:spPr>
          <a:xfrm>
            <a:off x="56802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0" name="master-dot-088 Master"/>
          <p:cNvSpPr/>
          <p:nvPr/>
        </p:nvSpPr>
        <p:spPr>
          <a:xfrm>
            <a:off x="61374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1" name="master-dot-089 Master"/>
          <p:cNvSpPr/>
          <p:nvPr/>
        </p:nvSpPr>
        <p:spPr>
          <a:xfrm>
            <a:off x="65946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2" name="master-dot-090 Master"/>
          <p:cNvSpPr/>
          <p:nvPr/>
        </p:nvSpPr>
        <p:spPr>
          <a:xfrm>
            <a:off x="70518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3" name="master-dot-091 Master"/>
          <p:cNvSpPr/>
          <p:nvPr/>
        </p:nvSpPr>
        <p:spPr>
          <a:xfrm>
            <a:off x="75090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4" name="master-dot-092 Master"/>
          <p:cNvSpPr/>
          <p:nvPr/>
        </p:nvSpPr>
        <p:spPr>
          <a:xfrm>
            <a:off x="79662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5" name="master-dot-093 Master"/>
          <p:cNvSpPr/>
          <p:nvPr/>
        </p:nvSpPr>
        <p:spPr>
          <a:xfrm>
            <a:off x="84234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6" name="master-dot-094 Master"/>
          <p:cNvSpPr/>
          <p:nvPr/>
        </p:nvSpPr>
        <p:spPr>
          <a:xfrm>
            <a:off x="88806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7" name="master-dot-095 Master"/>
          <p:cNvSpPr/>
          <p:nvPr/>
        </p:nvSpPr>
        <p:spPr>
          <a:xfrm>
            <a:off x="93378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8" name="master-dot-096 Master"/>
          <p:cNvSpPr/>
          <p:nvPr/>
        </p:nvSpPr>
        <p:spPr>
          <a:xfrm>
            <a:off x="97950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99" name="master-dot-097 Master"/>
          <p:cNvSpPr/>
          <p:nvPr/>
        </p:nvSpPr>
        <p:spPr>
          <a:xfrm>
            <a:off x="102522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0" name="master-dot-098 Master"/>
          <p:cNvSpPr/>
          <p:nvPr/>
        </p:nvSpPr>
        <p:spPr>
          <a:xfrm>
            <a:off x="107094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1" name="master-dot-099 Master"/>
          <p:cNvSpPr/>
          <p:nvPr/>
        </p:nvSpPr>
        <p:spPr>
          <a:xfrm>
            <a:off x="111666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2" name="master-dot-100 Master"/>
          <p:cNvSpPr/>
          <p:nvPr/>
        </p:nvSpPr>
        <p:spPr>
          <a:xfrm>
            <a:off x="11623834" y="1622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3" name="master-dot-101 Master"/>
          <p:cNvSpPr/>
          <p:nvPr/>
        </p:nvSpPr>
        <p:spPr>
          <a:xfrm>
            <a:off x="6510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4" name="master-dot-102 Master"/>
          <p:cNvSpPr/>
          <p:nvPr/>
        </p:nvSpPr>
        <p:spPr>
          <a:xfrm>
            <a:off x="11082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5" name="master-dot-103 Master"/>
          <p:cNvSpPr/>
          <p:nvPr/>
        </p:nvSpPr>
        <p:spPr>
          <a:xfrm>
            <a:off x="15654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6" name="master-dot-104 Master"/>
          <p:cNvSpPr/>
          <p:nvPr/>
        </p:nvSpPr>
        <p:spPr>
          <a:xfrm>
            <a:off x="20226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7" name="master-dot-105 Master"/>
          <p:cNvSpPr/>
          <p:nvPr/>
        </p:nvSpPr>
        <p:spPr>
          <a:xfrm>
            <a:off x="24798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8" name="master-dot-106 Master"/>
          <p:cNvSpPr/>
          <p:nvPr/>
        </p:nvSpPr>
        <p:spPr>
          <a:xfrm>
            <a:off x="29370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09" name="master-dot-107 Master"/>
          <p:cNvSpPr/>
          <p:nvPr/>
        </p:nvSpPr>
        <p:spPr>
          <a:xfrm>
            <a:off x="33942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0" name="master-dot-108 Master"/>
          <p:cNvSpPr/>
          <p:nvPr/>
        </p:nvSpPr>
        <p:spPr>
          <a:xfrm>
            <a:off x="38514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1" name="master-dot-109 Master"/>
          <p:cNvSpPr/>
          <p:nvPr/>
        </p:nvSpPr>
        <p:spPr>
          <a:xfrm>
            <a:off x="43086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2" name="master-dot-110 Master"/>
          <p:cNvSpPr/>
          <p:nvPr/>
        </p:nvSpPr>
        <p:spPr>
          <a:xfrm>
            <a:off x="47658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3" name="master-dot-111 Master"/>
          <p:cNvSpPr/>
          <p:nvPr/>
        </p:nvSpPr>
        <p:spPr>
          <a:xfrm>
            <a:off x="52230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4" name="master-dot-112 Master"/>
          <p:cNvSpPr/>
          <p:nvPr/>
        </p:nvSpPr>
        <p:spPr>
          <a:xfrm>
            <a:off x="56802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5" name="master-dot-113 Master"/>
          <p:cNvSpPr/>
          <p:nvPr/>
        </p:nvSpPr>
        <p:spPr>
          <a:xfrm>
            <a:off x="61374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6" name="master-dot-114 Master"/>
          <p:cNvSpPr/>
          <p:nvPr/>
        </p:nvSpPr>
        <p:spPr>
          <a:xfrm>
            <a:off x="65946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7" name="master-dot-115 Master"/>
          <p:cNvSpPr/>
          <p:nvPr/>
        </p:nvSpPr>
        <p:spPr>
          <a:xfrm>
            <a:off x="70518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8" name="master-dot-116 Master"/>
          <p:cNvSpPr/>
          <p:nvPr/>
        </p:nvSpPr>
        <p:spPr>
          <a:xfrm>
            <a:off x="75090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19" name="master-dot-117 Master"/>
          <p:cNvSpPr/>
          <p:nvPr/>
        </p:nvSpPr>
        <p:spPr>
          <a:xfrm>
            <a:off x="79662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0" name="master-dot-118 Master"/>
          <p:cNvSpPr/>
          <p:nvPr/>
        </p:nvSpPr>
        <p:spPr>
          <a:xfrm>
            <a:off x="84234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1" name="master-dot-119 Master"/>
          <p:cNvSpPr/>
          <p:nvPr/>
        </p:nvSpPr>
        <p:spPr>
          <a:xfrm>
            <a:off x="88806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2" name="master-dot-120 Master"/>
          <p:cNvSpPr/>
          <p:nvPr/>
        </p:nvSpPr>
        <p:spPr>
          <a:xfrm>
            <a:off x="93378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3" name="master-dot-121 Master"/>
          <p:cNvSpPr/>
          <p:nvPr/>
        </p:nvSpPr>
        <p:spPr>
          <a:xfrm>
            <a:off x="97950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4" name="master-dot-122 Master"/>
          <p:cNvSpPr/>
          <p:nvPr/>
        </p:nvSpPr>
        <p:spPr>
          <a:xfrm>
            <a:off x="102522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5" name="master-dot-123 Master"/>
          <p:cNvSpPr/>
          <p:nvPr/>
        </p:nvSpPr>
        <p:spPr>
          <a:xfrm>
            <a:off x="107094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6" name="master-dot-124 Master"/>
          <p:cNvSpPr/>
          <p:nvPr/>
        </p:nvSpPr>
        <p:spPr>
          <a:xfrm>
            <a:off x="111666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7" name="master-dot-125 Master"/>
          <p:cNvSpPr/>
          <p:nvPr/>
        </p:nvSpPr>
        <p:spPr>
          <a:xfrm>
            <a:off x="11623834" y="2079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8" name="master-dot-126 Master"/>
          <p:cNvSpPr/>
          <p:nvPr/>
        </p:nvSpPr>
        <p:spPr>
          <a:xfrm>
            <a:off x="6510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29" name="master-dot-127 Master"/>
          <p:cNvSpPr/>
          <p:nvPr/>
        </p:nvSpPr>
        <p:spPr>
          <a:xfrm>
            <a:off x="11082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0" name="master-dot-128 Master"/>
          <p:cNvSpPr/>
          <p:nvPr/>
        </p:nvSpPr>
        <p:spPr>
          <a:xfrm>
            <a:off x="15654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1" name="master-dot-129 Master"/>
          <p:cNvSpPr/>
          <p:nvPr/>
        </p:nvSpPr>
        <p:spPr>
          <a:xfrm>
            <a:off x="20226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2" name="master-dot-130 Master"/>
          <p:cNvSpPr/>
          <p:nvPr/>
        </p:nvSpPr>
        <p:spPr>
          <a:xfrm>
            <a:off x="24798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3" name="master-dot-131 Master"/>
          <p:cNvSpPr/>
          <p:nvPr/>
        </p:nvSpPr>
        <p:spPr>
          <a:xfrm>
            <a:off x="29370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4" name="master-dot-132 Master"/>
          <p:cNvSpPr/>
          <p:nvPr/>
        </p:nvSpPr>
        <p:spPr>
          <a:xfrm>
            <a:off x="33942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5" name="master-dot-133 Master"/>
          <p:cNvSpPr/>
          <p:nvPr/>
        </p:nvSpPr>
        <p:spPr>
          <a:xfrm>
            <a:off x="38514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6" name="master-dot-134 Master"/>
          <p:cNvSpPr/>
          <p:nvPr/>
        </p:nvSpPr>
        <p:spPr>
          <a:xfrm>
            <a:off x="43086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7" name="master-dot-135 Master"/>
          <p:cNvSpPr/>
          <p:nvPr/>
        </p:nvSpPr>
        <p:spPr>
          <a:xfrm>
            <a:off x="47658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8" name="master-dot-136 Master"/>
          <p:cNvSpPr/>
          <p:nvPr/>
        </p:nvSpPr>
        <p:spPr>
          <a:xfrm>
            <a:off x="52230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39" name="master-dot-137 Master"/>
          <p:cNvSpPr/>
          <p:nvPr/>
        </p:nvSpPr>
        <p:spPr>
          <a:xfrm>
            <a:off x="56802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0" name="master-dot-138 Master"/>
          <p:cNvSpPr/>
          <p:nvPr/>
        </p:nvSpPr>
        <p:spPr>
          <a:xfrm>
            <a:off x="61374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1" name="master-dot-139 Master"/>
          <p:cNvSpPr/>
          <p:nvPr/>
        </p:nvSpPr>
        <p:spPr>
          <a:xfrm>
            <a:off x="65946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2" name="master-dot-140 Master"/>
          <p:cNvSpPr/>
          <p:nvPr/>
        </p:nvSpPr>
        <p:spPr>
          <a:xfrm>
            <a:off x="70518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3" name="master-dot-141 Master"/>
          <p:cNvSpPr/>
          <p:nvPr/>
        </p:nvSpPr>
        <p:spPr>
          <a:xfrm>
            <a:off x="75090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4" name="master-dot-142 Master"/>
          <p:cNvSpPr/>
          <p:nvPr/>
        </p:nvSpPr>
        <p:spPr>
          <a:xfrm>
            <a:off x="79662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5" name="master-dot-143 Master"/>
          <p:cNvSpPr/>
          <p:nvPr/>
        </p:nvSpPr>
        <p:spPr>
          <a:xfrm>
            <a:off x="84234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6" name="master-dot-144 Master"/>
          <p:cNvSpPr/>
          <p:nvPr/>
        </p:nvSpPr>
        <p:spPr>
          <a:xfrm>
            <a:off x="88806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7" name="master-dot-145 Master"/>
          <p:cNvSpPr/>
          <p:nvPr/>
        </p:nvSpPr>
        <p:spPr>
          <a:xfrm>
            <a:off x="93378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8" name="master-dot-146 Master"/>
          <p:cNvSpPr/>
          <p:nvPr/>
        </p:nvSpPr>
        <p:spPr>
          <a:xfrm>
            <a:off x="97950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49" name="master-dot-147 Master"/>
          <p:cNvSpPr/>
          <p:nvPr/>
        </p:nvSpPr>
        <p:spPr>
          <a:xfrm>
            <a:off x="102522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0" name="master-dot-148 Master"/>
          <p:cNvSpPr/>
          <p:nvPr/>
        </p:nvSpPr>
        <p:spPr>
          <a:xfrm>
            <a:off x="107094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1" name="master-dot-149 Master"/>
          <p:cNvSpPr/>
          <p:nvPr/>
        </p:nvSpPr>
        <p:spPr>
          <a:xfrm>
            <a:off x="111666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2" name="master-dot-150 Master"/>
          <p:cNvSpPr/>
          <p:nvPr/>
        </p:nvSpPr>
        <p:spPr>
          <a:xfrm>
            <a:off x="11623834" y="2536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3" name="master-dot-151 Master"/>
          <p:cNvSpPr/>
          <p:nvPr/>
        </p:nvSpPr>
        <p:spPr>
          <a:xfrm>
            <a:off x="6510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4" name="master-dot-152 Master"/>
          <p:cNvSpPr/>
          <p:nvPr/>
        </p:nvSpPr>
        <p:spPr>
          <a:xfrm>
            <a:off x="11082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5" name="master-dot-153 Master"/>
          <p:cNvSpPr/>
          <p:nvPr/>
        </p:nvSpPr>
        <p:spPr>
          <a:xfrm>
            <a:off x="15654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6" name="master-dot-154 Master"/>
          <p:cNvSpPr/>
          <p:nvPr/>
        </p:nvSpPr>
        <p:spPr>
          <a:xfrm>
            <a:off x="20226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7" name="master-dot-155 Master"/>
          <p:cNvSpPr/>
          <p:nvPr/>
        </p:nvSpPr>
        <p:spPr>
          <a:xfrm>
            <a:off x="24798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8" name="master-dot-156 Master"/>
          <p:cNvSpPr/>
          <p:nvPr/>
        </p:nvSpPr>
        <p:spPr>
          <a:xfrm>
            <a:off x="29370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59" name="master-dot-157 Master"/>
          <p:cNvSpPr/>
          <p:nvPr/>
        </p:nvSpPr>
        <p:spPr>
          <a:xfrm>
            <a:off x="33942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0" name="master-dot-158 Master"/>
          <p:cNvSpPr/>
          <p:nvPr/>
        </p:nvSpPr>
        <p:spPr>
          <a:xfrm>
            <a:off x="38514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1" name="master-dot-159 Master"/>
          <p:cNvSpPr/>
          <p:nvPr/>
        </p:nvSpPr>
        <p:spPr>
          <a:xfrm>
            <a:off x="43086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2" name="master-dot-160 Master"/>
          <p:cNvSpPr/>
          <p:nvPr/>
        </p:nvSpPr>
        <p:spPr>
          <a:xfrm>
            <a:off x="47658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3" name="master-dot-161 Master"/>
          <p:cNvSpPr/>
          <p:nvPr/>
        </p:nvSpPr>
        <p:spPr>
          <a:xfrm>
            <a:off x="52230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4" name="master-dot-162 Master"/>
          <p:cNvSpPr/>
          <p:nvPr/>
        </p:nvSpPr>
        <p:spPr>
          <a:xfrm>
            <a:off x="56802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5" name="master-dot-163 Master"/>
          <p:cNvSpPr/>
          <p:nvPr/>
        </p:nvSpPr>
        <p:spPr>
          <a:xfrm>
            <a:off x="61374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6" name="master-dot-164 Master"/>
          <p:cNvSpPr/>
          <p:nvPr/>
        </p:nvSpPr>
        <p:spPr>
          <a:xfrm>
            <a:off x="65946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7" name="master-dot-165 Master"/>
          <p:cNvSpPr/>
          <p:nvPr/>
        </p:nvSpPr>
        <p:spPr>
          <a:xfrm>
            <a:off x="70518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8" name="master-dot-166 Master"/>
          <p:cNvSpPr/>
          <p:nvPr/>
        </p:nvSpPr>
        <p:spPr>
          <a:xfrm>
            <a:off x="75090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69" name="master-dot-167 Master"/>
          <p:cNvSpPr/>
          <p:nvPr/>
        </p:nvSpPr>
        <p:spPr>
          <a:xfrm>
            <a:off x="79662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0" name="master-dot-168 Master"/>
          <p:cNvSpPr/>
          <p:nvPr/>
        </p:nvSpPr>
        <p:spPr>
          <a:xfrm>
            <a:off x="84234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1" name="master-dot-169 Master"/>
          <p:cNvSpPr/>
          <p:nvPr/>
        </p:nvSpPr>
        <p:spPr>
          <a:xfrm>
            <a:off x="88806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2" name="master-dot-170 Master"/>
          <p:cNvSpPr/>
          <p:nvPr/>
        </p:nvSpPr>
        <p:spPr>
          <a:xfrm>
            <a:off x="93378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3" name="master-dot-171 Master"/>
          <p:cNvSpPr/>
          <p:nvPr/>
        </p:nvSpPr>
        <p:spPr>
          <a:xfrm>
            <a:off x="97950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4" name="master-dot-172 Master"/>
          <p:cNvSpPr/>
          <p:nvPr/>
        </p:nvSpPr>
        <p:spPr>
          <a:xfrm>
            <a:off x="102522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5" name="master-dot-173 Master"/>
          <p:cNvSpPr/>
          <p:nvPr/>
        </p:nvSpPr>
        <p:spPr>
          <a:xfrm>
            <a:off x="107094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6" name="master-dot-174 Master"/>
          <p:cNvSpPr/>
          <p:nvPr/>
        </p:nvSpPr>
        <p:spPr>
          <a:xfrm>
            <a:off x="111666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7" name="master-dot-175 Master"/>
          <p:cNvSpPr/>
          <p:nvPr/>
        </p:nvSpPr>
        <p:spPr>
          <a:xfrm>
            <a:off x="11623834" y="2994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8" name="master-dot-176 Master"/>
          <p:cNvSpPr/>
          <p:nvPr/>
        </p:nvSpPr>
        <p:spPr>
          <a:xfrm>
            <a:off x="6510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79" name="master-dot-177 Master"/>
          <p:cNvSpPr/>
          <p:nvPr/>
        </p:nvSpPr>
        <p:spPr>
          <a:xfrm>
            <a:off x="11082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0" name="master-dot-178 Master"/>
          <p:cNvSpPr/>
          <p:nvPr/>
        </p:nvSpPr>
        <p:spPr>
          <a:xfrm>
            <a:off x="15654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1" name="master-dot-179 Master"/>
          <p:cNvSpPr/>
          <p:nvPr/>
        </p:nvSpPr>
        <p:spPr>
          <a:xfrm>
            <a:off x="20226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2" name="master-dot-180 Master"/>
          <p:cNvSpPr/>
          <p:nvPr/>
        </p:nvSpPr>
        <p:spPr>
          <a:xfrm>
            <a:off x="24798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3" name="master-dot-181 Master"/>
          <p:cNvSpPr/>
          <p:nvPr/>
        </p:nvSpPr>
        <p:spPr>
          <a:xfrm>
            <a:off x="29370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4" name="master-dot-182 Master"/>
          <p:cNvSpPr/>
          <p:nvPr/>
        </p:nvSpPr>
        <p:spPr>
          <a:xfrm>
            <a:off x="33942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5" name="master-dot-183 Master"/>
          <p:cNvSpPr/>
          <p:nvPr/>
        </p:nvSpPr>
        <p:spPr>
          <a:xfrm>
            <a:off x="38514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6" name="master-dot-184 Master"/>
          <p:cNvSpPr/>
          <p:nvPr/>
        </p:nvSpPr>
        <p:spPr>
          <a:xfrm>
            <a:off x="43086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7" name="master-dot-185 Master"/>
          <p:cNvSpPr/>
          <p:nvPr/>
        </p:nvSpPr>
        <p:spPr>
          <a:xfrm>
            <a:off x="47658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8" name="master-dot-186 Master"/>
          <p:cNvSpPr/>
          <p:nvPr/>
        </p:nvSpPr>
        <p:spPr>
          <a:xfrm>
            <a:off x="52230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89" name="master-dot-187 Master"/>
          <p:cNvSpPr/>
          <p:nvPr/>
        </p:nvSpPr>
        <p:spPr>
          <a:xfrm>
            <a:off x="56802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0" name="master-dot-188 Master"/>
          <p:cNvSpPr/>
          <p:nvPr/>
        </p:nvSpPr>
        <p:spPr>
          <a:xfrm>
            <a:off x="61374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1" name="master-dot-189 Master"/>
          <p:cNvSpPr/>
          <p:nvPr/>
        </p:nvSpPr>
        <p:spPr>
          <a:xfrm>
            <a:off x="65946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2" name="master-dot-190 Master"/>
          <p:cNvSpPr/>
          <p:nvPr/>
        </p:nvSpPr>
        <p:spPr>
          <a:xfrm>
            <a:off x="70518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3" name="master-dot-191 Master"/>
          <p:cNvSpPr/>
          <p:nvPr/>
        </p:nvSpPr>
        <p:spPr>
          <a:xfrm>
            <a:off x="75090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4" name="master-dot-192 Master"/>
          <p:cNvSpPr/>
          <p:nvPr/>
        </p:nvSpPr>
        <p:spPr>
          <a:xfrm>
            <a:off x="79662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5" name="master-dot-193 Master"/>
          <p:cNvSpPr/>
          <p:nvPr/>
        </p:nvSpPr>
        <p:spPr>
          <a:xfrm>
            <a:off x="84234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6" name="master-dot-194 Master"/>
          <p:cNvSpPr/>
          <p:nvPr/>
        </p:nvSpPr>
        <p:spPr>
          <a:xfrm>
            <a:off x="88806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7" name="master-dot-195 Master"/>
          <p:cNvSpPr/>
          <p:nvPr/>
        </p:nvSpPr>
        <p:spPr>
          <a:xfrm>
            <a:off x="93378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8" name="master-dot-196 Master"/>
          <p:cNvSpPr/>
          <p:nvPr/>
        </p:nvSpPr>
        <p:spPr>
          <a:xfrm>
            <a:off x="97950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199" name="master-dot-197 Master"/>
          <p:cNvSpPr/>
          <p:nvPr/>
        </p:nvSpPr>
        <p:spPr>
          <a:xfrm>
            <a:off x="102522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0" name="master-dot-198 Master"/>
          <p:cNvSpPr/>
          <p:nvPr/>
        </p:nvSpPr>
        <p:spPr>
          <a:xfrm>
            <a:off x="107094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1" name="master-dot-199 Master"/>
          <p:cNvSpPr/>
          <p:nvPr/>
        </p:nvSpPr>
        <p:spPr>
          <a:xfrm>
            <a:off x="111666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2" name="master-dot-200 Master"/>
          <p:cNvSpPr/>
          <p:nvPr/>
        </p:nvSpPr>
        <p:spPr>
          <a:xfrm>
            <a:off x="11623834" y="3451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3" name="master-dot-201 Master"/>
          <p:cNvSpPr/>
          <p:nvPr/>
        </p:nvSpPr>
        <p:spPr>
          <a:xfrm>
            <a:off x="6510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4" name="master-dot-202 Master"/>
          <p:cNvSpPr/>
          <p:nvPr/>
        </p:nvSpPr>
        <p:spPr>
          <a:xfrm>
            <a:off x="11082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5" name="master-dot-203 Master"/>
          <p:cNvSpPr/>
          <p:nvPr/>
        </p:nvSpPr>
        <p:spPr>
          <a:xfrm>
            <a:off x="15654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6" name="master-dot-204 Master"/>
          <p:cNvSpPr/>
          <p:nvPr/>
        </p:nvSpPr>
        <p:spPr>
          <a:xfrm>
            <a:off x="20226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7" name="master-dot-205 Master"/>
          <p:cNvSpPr/>
          <p:nvPr/>
        </p:nvSpPr>
        <p:spPr>
          <a:xfrm>
            <a:off x="24798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8" name="master-dot-206 Master"/>
          <p:cNvSpPr/>
          <p:nvPr/>
        </p:nvSpPr>
        <p:spPr>
          <a:xfrm>
            <a:off x="29370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09" name="master-dot-207 Master"/>
          <p:cNvSpPr/>
          <p:nvPr/>
        </p:nvSpPr>
        <p:spPr>
          <a:xfrm>
            <a:off x="33942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0" name="master-dot-208 Master"/>
          <p:cNvSpPr/>
          <p:nvPr/>
        </p:nvSpPr>
        <p:spPr>
          <a:xfrm>
            <a:off x="38514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1" name="master-dot-209 Master"/>
          <p:cNvSpPr/>
          <p:nvPr/>
        </p:nvSpPr>
        <p:spPr>
          <a:xfrm>
            <a:off x="43086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2" name="master-dot-210 Master"/>
          <p:cNvSpPr/>
          <p:nvPr/>
        </p:nvSpPr>
        <p:spPr>
          <a:xfrm>
            <a:off x="47658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3" name="master-dot-211 Master"/>
          <p:cNvSpPr/>
          <p:nvPr/>
        </p:nvSpPr>
        <p:spPr>
          <a:xfrm>
            <a:off x="52230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4" name="master-dot-212 Master"/>
          <p:cNvSpPr/>
          <p:nvPr/>
        </p:nvSpPr>
        <p:spPr>
          <a:xfrm>
            <a:off x="56802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5" name="master-dot-213 Master"/>
          <p:cNvSpPr/>
          <p:nvPr/>
        </p:nvSpPr>
        <p:spPr>
          <a:xfrm>
            <a:off x="61374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6" name="master-dot-214 Master"/>
          <p:cNvSpPr/>
          <p:nvPr/>
        </p:nvSpPr>
        <p:spPr>
          <a:xfrm>
            <a:off x="65946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7" name="master-dot-215 Master"/>
          <p:cNvSpPr/>
          <p:nvPr/>
        </p:nvSpPr>
        <p:spPr>
          <a:xfrm>
            <a:off x="70518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8" name="master-dot-216 Master"/>
          <p:cNvSpPr/>
          <p:nvPr/>
        </p:nvSpPr>
        <p:spPr>
          <a:xfrm>
            <a:off x="75090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19" name="master-dot-217 Master"/>
          <p:cNvSpPr/>
          <p:nvPr/>
        </p:nvSpPr>
        <p:spPr>
          <a:xfrm>
            <a:off x="79662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0" name="master-dot-218 Master"/>
          <p:cNvSpPr/>
          <p:nvPr/>
        </p:nvSpPr>
        <p:spPr>
          <a:xfrm>
            <a:off x="84234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1" name="master-dot-219 Master"/>
          <p:cNvSpPr/>
          <p:nvPr/>
        </p:nvSpPr>
        <p:spPr>
          <a:xfrm>
            <a:off x="88806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2" name="master-dot-220 Master"/>
          <p:cNvSpPr/>
          <p:nvPr/>
        </p:nvSpPr>
        <p:spPr>
          <a:xfrm>
            <a:off x="93378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3" name="master-dot-221 Master"/>
          <p:cNvSpPr/>
          <p:nvPr/>
        </p:nvSpPr>
        <p:spPr>
          <a:xfrm>
            <a:off x="97950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4" name="master-dot-222 Master"/>
          <p:cNvSpPr/>
          <p:nvPr/>
        </p:nvSpPr>
        <p:spPr>
          <a:xfrm>
            <a:off x="102522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5" name="master-dot-223 Master"/>
          <p:cNvSpPr/>
          <p:nvPr/>
        </p:nvSpPr>
        <p:spPr>
          <a:xfrm>
            <a:off x="107094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6" name="master-dot-224 Master"/>
          <p:cNvSpPr/>
          <p:nvPr/>
        </p:nvSpPr>
        <p:spPr>
          <a:xfrm>
            <a:off x="111666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7" name="master-dot-225 Master"/>
          <p:cNvSpPr/>
          <p:nvPr/>
        </p:nvSpPr>
        <p:spPr>
          <a:xfrm>
            <a:off x="11623834" y="3908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8" name="master-dot-226 Master"/>
          <p:cNvSpPr/>
          <p:nvPr/>
        </p:nvSpPr>
        <p:spPr>
          <a:xfrm>
            <a:off x="6510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29" name="master-dot-227 Master"/>
          <p:cNvSpPr/>
          <p:nvPr/>
        </p:nvSpPr>
        <p:spPr>
          <a:xfrm>
            <a:off x="11082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0" name="master-dot-228 Master"/>
          <p:cNvSpPr/>
          <p:nvPr/>
        </p:nvSpPr>
        <p:spPr>
          <a:xfrm>
            <a:off x="15654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1" name="master-dot-229 Master"/>
          <p:cNvSpPr/>
          <p:nvPr/>
        </p:nvSpPr>
        <p:spPr>
          <a:xfrm>
            <a:off x="20226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2" name="master-dot-230 Master"/>
          <p:cNvSpPr/>
          <p:nvPr/>
        </p:nvSpPr>
        <p:spPr>
          <a:xfrm>
            <a:off x="24798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3" name="master-dot-231 Master"/>
          <p:cNvSpPr/>
          <p:nvPr/>
        </p:nvSpPr>
        <p:spPr>
          <a:xfrm>
            <a:off x="29370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4" name="master-dot-232 Master"/>
          <p:cNvSpPr/>
          <p:nvPr/>
        </p:nvSpPr>
        <p:spPr>
          <a:xfrm>
            <a:off x="33942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5" name="master-dot-233 Master"/>
          <p:cNvSpPr/>
          <p:nvPr/>
        </p:nvSpPr>
        <p:spPr>
          <a:xfrm>
            <a:off x="38514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6" name="master-dot-234 Master"/>
          <p:cNvSpPr/>
          <p:nvPr/>
        </p:nvSpPr>
        <p:spPr>
          <a:xfrm>
            <a:off x="43086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7" name="master-dot-235 Master"/>
          <p:cNvSpPr/>
          <p:nvPr/>
        </p:nvSpPr>
        <p:spPr>
          <a:xfrm>
            <a:off x="47658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8" name="master-dot-236 Master"/>
          <p:cNvSpPr/>
          <p:nvPr/>
        </p:nvSpPr>
        <p:spPr>
          <a:xfrm>
            <a:off x="52230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39" name="master-dot-237 Master"/>
          <p:cNvSpPr/>
          <p:nvPr/>
        </p:nvSpPr>
        <p:spPr>
          <a:xfrm>
            <a:off x="56802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0" name="master-dot-238 Master"/>
          <p:cNvSpPr/>
          <p:nvPr/>
        </p:nvSpPr>
        <p:spPr>
          <a:xfrm>
            <a:off x="61374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1" name="master-dot-239 Master"/>
          <p:cNvSpPr/>
          <p:nvPr/>
        </p:nvSpPr>
        <p:spPr>
          <a:xfrm>
            <a:off x="65946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2" name="master-dot-240 Master"/>
          <p:cNvSpPr/>
          <p:nvPr/>
        </p:nvSpPr>
        <p:spPr>
          <a:xfrm>
            <a:off x="70518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3" name="master-dot-241 Master"/>
          <p:cNvSpPr/>
          <p:nvPr/>
        </p:nvSpPr>
        <p:spPr>
          <a:xfrm>
            <a:off x="75090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4" name="master-dot-242 Master"/>
          <p:cNvSpPr/>
          <p:nvPr/>
        </p:nvSpPr>
        <p:spPr>
          <a:xfrm>
            <a:off x="79662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5" name="master-dot-243 Master"/>
          <p:cNvSpPr/>
          <p:nvPr/>
        </p:nvSpPr>
        <p:spPr>
          <a:xfrm>
            <a:off x="84234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6" name="master-dot-244 Master"/>
          <p:cNvSpPr/>
          <p:nvPr/>
        </p:nvSpPr>
        <p:spPr>
          <a:xfrm>
            <a:off x="88806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7" name="master-dot-245 Master"/>
          <p:cNvSpPr/>
          <p:nvPr/>
        </p:nvSpPr>
        <p:spPr>
          <a:xfrm>
            <a:off x="93378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8" name="master-dot-246 Master"/>
          <p:cNvSpPr/>
          <p:nvPr/>
        </p:nvSpPr>
        <p:spPr>
          <a:xfrm>
            <a:off x="97950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49" name="master-dot-247 Master"/>
          <p:cNvSpPr/>
          <p:nvPr/>
        </p:nvSpPr>
        <p:spPr>
          <a:xfrm>
            <a:off x="102522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0" name="master-dot-248 Master"/>
          <p:cNvSpPr/>
          <p:nvPr/>
        </p:nvSpPr>
        <p:spPr>
          <a:xfrm>
            <a:off x="107094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1" name="master-dot-249 Master"/>
          <p:cNvSpPr/>
          <p:nvPr/>
        </p:nvSpPr>
        <p:spPr>
          <a:xfrm>
            <a:off x="111666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2" name="master-dot-250 Master"/>
          <p:cNvSpPr/>
          <p:nvPr/>
        </p:nvSpPr>
        <p:spPr>
          <a:xfrm>
            <a:off x="11623834" y="4365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3" name="master-dot-251 Master"/>
          <p:cNvSpPr/>
          <p:nvPr/>
        </p:nvSpPr>
        <p:spPr>
          <a:xfrm>
            <a:off x="6510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4" name="master-dot-252 Master"/>
          <p:cNvSpPr/>
          <p:nvPr/>
        </p:nvSpPr>
        <p:spPr>
          <a:xfrm>
            <a:off x="11082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5" name="master-dot-253 Master"/>
          <p:cNvSpPr/>
          <p:nvPr/>
        </p:nvSpPr>
        <p:spPr>
          <a:xfrm>
            <a:off x="15654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6" name="master-dot-254 Master"/>
          <p:cNvSpPr/>
          <p:nvPr/>
        </p:nvSpPr>
        <p:spPr>
          <a:xfrm>
            <a:off x="20226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7" name="master-dot-255 Master"/>
          <p:cNvSpPr/>
          <p:nvPr/>
        </p:nvSpPr>
        <p:spPr>
          <a:xfrm>
            <a:off x="24798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8" name="master-dot-256 Master"/>
          <p:cNvSpPr/>
          <p:nvPr/>
        </p:nvSpPr>
        <p:spPr>
          <a:xfrm>
            <a:off x="29370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59" name="master-dot-257 Master"/>
          <p:cNvSpPr/>
          <p:nvPr/>
        </p:nvSpPr>
        <p:spPr>
          <a:xfrm>
            <a:off x="33942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0" name="master-dot-258 Master"/>
          <p:cNvSpPr/>
          <p:nvPr/>
        </p:nvSpPr>
        <p:spPr>
          <a:xfrm>
            <a:off x="38514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1" name="master-dot-259 Master"/>
          <p:cNvSpPr/>
          <p:nvPr/>
        </p:nvSpPr>
        <p:spPr>
          <a:xfrm>
            <a:off x="43086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2" name="master-dot-260 Master"/>
          <p:cNvSpPr/>
          <p:nvPr/>
        </p:nvSpPr>
        <p:spPr>
          <a:xfrm>
            <a:off x="47658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3" name="master-dot-261 Master"/>
          <p:cNvSpPr/>
          <p:nvPr/>
        </p:nvSpPr>
        <p:spPr>
          <a:xfrm>
            <a:off x="52230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4" name="master-dot-262 Master"/>
          <p:cNvSpPr/>
          <p:nvPr/>
        </p:nvSpPr>
        <p:spPr>
          <a:xfrm>
            <a:off x="56802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5" name="master-dot-263 Master"/>
          <p:cNvSpPr/>
          <p:nvPr/>
        </p:nvSpPr>
        <p:spPr>
          <a:xfrm>
            <a:off x="61374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6" name="master-dot-264 Master"/>
          <p:cNvSpPr/>
          <p:nvPr/>
        </p:nvSpPr>
        <p:spPr>
          <a:xfrm>
            <a:off x="65946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7" name="master-dot-265 Master"/>
          <p:cNvSpPr/>
          <p:nvPr/>
        </p:nvSpPr>
        <p:spPr>
          <a:xfrm>
            <a:off x="70518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8" name="master-dot-266 Master"/>
          <p:cNvSpPr/>
          <p:nvPr/>
        </p:nvSpPr>
        <p:spPr>
          <a:xfrm>
            <a:off x="75090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69" name="master-dot-267 Master"/>
          <p:cNvSpPr/>
          <p:nvPr/>
        </p:nvSpPr>
        <p:spPr>
          <a:xfrm>
            <a:off x="79662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0" name="master-dot-268 Master"/>
          <p:cNvSpPr/>
          <p:nvPr/>
        </p:nvSpPr>
        <p:spPr>
          <a:xfrm>
            <a:off x="84234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1" name="master-dot-269 Master"/>
          <p:cNvSpPr/>
          <p:nvPr/>
        </p:nvSpPr>
        <p:spPr>
          <a:xfrm>
            <a:off x="88806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2" name="master-dot-270 Master"/>
          <p:cNvSpPr/>
          <p:nvPr/>
        </p:nvSpPr>
        <p:spPr>
          <a:xfrm>
            <a:off x="93378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3" name="master-dot-271 Master"/>
          <p:cNvSpPr/>
          <p:nvPr/>
        </p:nvSpPr>
        <p:spPr>
          <a:xfrm>
            <a:off x="97950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4" name="master-dot-272 Master"/>
          <p:cNvSpPr/>
          <p:nvPr/>
        </p:nvSpPr>
        <p:spPr>
          <a:xfrm>
            <a:off x="102522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5" name="master-dot-273 Master"/>
          <p:cNvSpPr/>
          <p:nvPr/>
        </p:nvSpPr>
        <p:spPr>
          <a:xfrm>
            <a:off x="107094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6" name="master-dot-274 Master"/>
          <p:cNvSpPr/>
          <p:nvPr/>
        </p:nvSpPr>
        <p:spPr>
          <a:xfrm>
            <a:off x="111666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7" name="master-dot-275 Master"/>
          <p:cNvSpPr/>
          <p:nvPr/>
        </p:nvSpPr>
        <p:spPr>
          <a:xfrm>
            <a:off x="11623834" y="48229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8" name="master-dot-276 Master"/>
          <p:cNvSpPr/>
          <p:nvPr/>
        </p:nvSpPr>
        <p:spPr>
          <a:xfrm>
            <a:off x="6510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79" name="master-dot-277 Master"/>
          <p:cNvSpPr/>
          <p:nvPr/>
        </p:nvSpPr>
        <p:spPr>
          <a:xfrm>
            <a:off x="11082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0" name="master-dot-278 Master"/>
          <p:cNvSpPr/>
          <p:nvPr/>
        </p:nvSpPr>
        <p:spPr>
          <a:xfrm>
            <a:off x="15654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1" name="master-dot-279 Master"/>
          <p:cNvSpPr/>
          <p:nvPr/>
        </p:nvSpPr>
        <p:spPr>
          <a:xfrm>
            <a:off x="20226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2" name="master-dot-280 Master"/>
          <p:cNvSpPr/>
          <p:nvPr/>
        </p:nvSpPr>
        <p:spPr>
          <a:xfrm>
            <a:off x="24798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3" name="master-dot-281 Master"/>
          <p:cNvSpPr/>
          <p:nvPr/>
        </p:nvSpPr>
        <p:spPr>
          <a:xfrm>
            <a:off x="29370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4" name="master-dot-282 Master"/>
          <p:cNvSpPr/>
          <p:nvPr/>
        </p:nvSpPr>
        <p:spPr>
          <a:xfrm>
            <a:off x="33942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5" name="master-dot-283 Master"/>
          <p:cNvSpPr/>
          <p:nvPr/>
        </p:nvSpPr>
        <p:spPr>
          <a:xfrm>
            <a:off x="38514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6" name="master-dot-284 Master"/>
          <p:cNvSpPr/>
          <p:nvPr/>
        </p:nvSpPr>
        <p:spPr>
          <a:xfrm>
            <a:off x="43086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7" name="master-dot-285 Master"/>
          <p:cNvSpPr/>
          <p:nvPr/>
        </p:nvSpPr>
        <p:spPr>
          <a:xfrm>
            <a:off x="47658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8" name="master-dot-286 Master"/>
          <p:cNvSpPr/>
          <p:nvPr/>
        </p:nvSpPr>
        <p:spPr>
          <a:xfrm>
            <a:off x="52230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89" name="master-dot-287 Master"/>
          <p:cNvSpPr/>
          <p:nvPr/>
        </p:nvSpPr>
        <p:spPr>
          <a:xfrm>
            <a:off x="56802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0" name="master-dot-288 Master"/>
          <p:cNvSpPr/>
          <p:nvPr/>
        </p:nvSpPr>
        <p:spPr>
          <a:xfrm>
            <a:off x="61374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1" name="master-dot-289 Master"/>
          <p:cNvSpPr/>
          <p:nvPr/>
        </p:nvSpPr>
        <p:spPr>
          <a:xfrm>
            <a:off x="65946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2" name="master-dot-290 Master"/>
          <p:cNvSpPr/>
          <p:nvPr/>
        </p:nvSpPr>
        <p:spPr>
          <a:xfrm>
            <a:off x="70518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3" name="master-dot-291 Master"/>
          <p:cNvSpPr/>
          <p:nvPr/>
        </p:nvSpPr>
        <p:spPr>
          <a:xfrm>
            <a:off x="75090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4" name="master-dot-292 Master"/>
          <p:cNvSpPr/>
          <p:nvPr/>
        </p:nvSpPr>
        <p:spPr>
          <a:xfrm>
            <a:off x="79662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5" name="master-dot-293 Master"/>
          <p:cNvSpPr/>
          <p:nvPr/>
        </p:nvSpPr>
        <p:spPr>
          <a:xfrm>
            <a:off x="84234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6" name="master-dot-294 Master"/>
          <p:cNvSpPr/>
          <p:nvPr/>
        </p:nvSpPr>
        <p:spPr>
          <a:xfrm>
            <a:off x="88806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7" name="master-dot-295 Master"/>
          <p:cNvSpPr/>
          <p:nvPr/>
        </p:nvSpPr>
        <p:spPr>
          <a:xfrm>
            <a:off x="93378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8" name="master-dot-296 Master"/>
          <p:cNvSpPr/>
          <p:nvPr/>
        </p:nvSpPr>
        <p:spPr>
          <a:xfrm>
            <a:off x="97950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299" name="master-dot-297 Master"/>
          <p:cNvSpPr/>
          <p:nvPr/>
        </p:nvSpPr>
        <p:spPr>
          <a:xfrm>
            <a:off x="102522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0" name="master-dot-298 Master"/>
          <p:cNvSpPr/>
          <p:nvPr/>
        </p:nvSpPr>
        <p:spPr>
          <a:xfrm>
            <a:off x="107094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1" name="master-dot-299 Master"/>
          <p:cNvSpPr/>
          <p:nvPr/>
        </p:nvSpPr>
        <p:spPr>
          <a:xfrm>
            <a:off x="111666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2" name="master-dot-300 Master"/>
          <p:cNvSpPr/>
          <p:nvPr/>
        </p:nvSpPr>
        <p:spPr>
          <a:xfrm>
            <a:off x="11623834" y="52801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3" name="master-dot-301 Master"/>
          <p:cNvSpPr/>
          <p:nvPr/>
        </p:nvSpPr>
        <p:spPr>
          <a:xfrm>
            <a:off x="6510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4" name="master-dot-302 Master"/>
          <p:cNvSpPr/>
          <p:nvPr/>
        </p:nvSpPr>
        <p:spPr>
          <a:xfrm>
            <a:off x="11082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5" name="master-dot-303 Master"/>
          <p:cNvSpPr/>
          <p:nvPr/>
        </p:nvSpPr>
        <p:spPr>
          <a:xfrm>
            <a:off x="15654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6" name="master-dot-304 Master"/>
          <p:cNvSpPr/>
          <p:nvPr/>
        </p:nvSpPr>
        <p:spPr>
          <a:xfrm>
            <a:off x="20226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7" name="master-dot-305 Master"/>
          <p:cNvSpPr/>
          <p:nvPr/>
        </p:nvSpPr>
        <p:spPr>
          <a:xfrm>
            <a:off x="24798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8" name="master-dot-306 Master"/>
          <p:cNvSpPr/>
          <p:nvPr/>
        </p:nvSpPr>
        <p:spPr>
          <a:xfrm>
            <a:off x="29370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09" name="master-dot-307 Master"/>
          <p:cNvSpPr/>
          <p:nvPr/>
        </p:nvSpPr>
        <p:spPr>
          <a:xfrm>
            <a:off x="33942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0" name="master-dot-308 Master"/>
          <p:cNvSpPr/>
          <p:nvPr/>
        </p:nvSpPr>
        <p:spPr>
          <a:xfrm>
            <a:off x="38514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1" name="master-dot-309 Master"/>
          <p:cNvSpPr/>
          <p:nvPr/>
        </p:nvSpPr>
        <p:spPr>
          <a:xfrm>
            <a:off x="43086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2" name="master-dot-310 Master"/>
          <p:cNvSpPr/>
          <p:nvPr/>
        </p:nvSpPr>
        <p:spPr>
          <a:xfrm>
            <a:off x="47658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3" name="master-dot-311 Master"/>
          <p:cNvSpPr/>
          <p:nvPr/>
        </p:nvSpPr>
        <p:spPr>
          <a:xfrm>
            <a:off x="52230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4" name="master-dot-312 Master"/>
          <p:cNvSpPr/>
          <p:nvPr/>
        </p:nvSpPr>
        <p:spPr>
          <a:xfrm>
            <a:off x="56802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5" name="master-dot-313 Master"/>
          <p:cNvSpPr/>
          <p:nvPr/>
        </p:nvSpPr>
        <p:spPr>
          <a:xfrm>
            <a:off x="61374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6" name="master-dot-314 Master"/>
          <p:cNvSpPr/>
          <p:nvPr/>
        </p:nvSpPr>
        <p:spPr>
          <a:xfrm>
            <a:off x="65946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7" name="master-dot-315 Master"/>
          <p:cNvSpPr/>
          <p:nvPr/>
        </p:nvSpPr>
        <p:spPr>
          <a:xfrm>
            <a:off x="70518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8" name="master-dot-316 Master"/>
          <p:cNvSpPr/>
          <p:nvPr/>
        </p:nvSpPr>
        <p:spPr>
          <a:xfrm>
            <a:off x="75090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19" name="master-dot-317 Master"/>
          <p:cNvSpPr/>
          <p:nvPr/>
        </p:nvSpPr>
        <p:spPr>
          <a:xfrm>
            <a:off x="79662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0" name="master-dot-318 Master"/>
          <p:cNvSpPr/>
          <p:nvPr/>
        </p:nvSpPr>
        <p:spPr>
          <a:xfrm>
            <a:off x="84234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1" name="master-dot-319 Master"/>
          <p:cNvSpPr/>
          <p:nvPr/>
        </p:nvSpPr>
        <p:spPr>
          <a:xfrm>
            <a:off x="88806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2" name="master-dot-320 Master"/>
          <p:cNvSpPr/>
          <p:nvPr/>
        </p:nvSpPr>
        <p:spPr>
          <a:xfrm>
            <a:off x="93378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3" name="master-dot-321 Master"/>
          <p:cNvSpPr/>
          <p:nvPr/>
        </p:nvSpPr>
        <p:spPr>
          <a:xfrm>
            <a:off x="97950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4" name="master-dot-322 Master"/>
          <p:cNvSpPr/>
          <p:nvPr/>
        </p:nvSpPr>
        <p:spPr>
          <a:xfrm>
            <a:off x="102522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5" name="master-dot-323 Master"/>
          <p:cNvSpPr/>
          <p:nvPr/>
        </p:nvSpPr>
        <p:spPr>
          <a:xfrm>
            <a:off x="107094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6" name="master-dot-324 Master"/>
          <p:cNvSpPr/>
          <p:nvPr/>
        </p:nvSpPr>
        <p:spPr>
          <a:xfrm>
            <a:off x="111666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7" name="master-dot-325 Master"/>
          <p:cNvSpPr/>
          <p:nvPr/>
        </p:nvSpPr>
        <p:spPr>
          <a:xfrm>
            <a:off x="11623834" y="57373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8" name="master-dot-326 Master"/>
          <p:cNvSpPr/>
          <p:nvPr/>
        </p:nvSpPr>
        <p:spPr>
          <a:xfrm>
            <a:off x="6510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29" name="master-dot-327 Master"/>
          <p:cNvSpPr/>
          <p:nvPr/>
        </p:nvSpPr>
        <p:spPr>
          <a:xfrm>
            <a:off x="11082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0" name="master-dot-328 Master"/>
          <p:cNvSpPr/>
          <p:nvPr/>
        </p:nvSpPr>
        <p:spPr>
          <a:xfrm>
            <a:off x="15654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1" name="master-dot-329 Master"/>
          <p:cNvSpPr/>
          <p:nvPr/>
        </p:nvSpPr>
        <p:spPr>
          <a:xfrm>
            <a:off x="20226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2" name="master-dot-330 Master"/>
          <p:cNvSpPr/>
          <p:nvPr/>
        </p:nvSpPr>
        <p:spPr>
          <a:xfrm>
            <a:off x="24798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3" name="master-dot-331 Master"/>
          <p:cNvSpPr/>
          <p:nvPr/>
        </p:nvSpPr>
        <p:spPr>
          <a:xfrm>
            <a:off x="29370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4" name="master-dot-332 Master"/>
          <p:cNvSpPr/>
          <p:nvPr/>
        </p:nvSpPr>
        <p:spPr>
          <a:xfrm>
            <a:off x="33942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5" name="master-dot-333 Master"/>
          <p:cNvSpPr/>
          <p:nvPr/>
        </p:nvSpPr>
        <p:spPr>
          <a:xfrm>
            <a:off x="38514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6" name="master-dot-334 Master"/>
          <p:cNvSpPr/>
          <p:nvPr/>
        </p:nvSpPr>
        <p:spPr>
          <a:xfrm>
            <a:off x="43086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7" name="master-dot-335 Master"/>
          <p:cNvSpPr/>
          <p:nvPr/>
        </p:nvSpPr>
        <p:spPr>
          <a:xfrm>
            <a:off x="47658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8" name="master-dot-336 Master"/>
          <p:cNvSpPr/>
          <p:nvPr/>
        </p:nvSpPr>
        <p:spPr>
          <a:xfrm>
            <a:off x="52230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39" name="master-dot-337 Master"/>
          <p:cNvSpPr/>
          <p:nvPr/>
        </p:nvSpPr>
        <p:spPr>
          <a:xfrm>
            <a:off x="56802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0" name="master-dot-338 Master"/>
          <p:cNvSpPr/>
          <p:nvPr/>
        </p:nvSpPr>
        <p:spPr>
          <a:xfrm>
            <a:off x="61374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1" name="master-dot-339 Master"/>
          <p:cNvSpPr/>
          <p:nvPr/>
        </p:nvSpPr>
        <p:spPr>
          <a:xfrm>
            <a:off x="65946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2" name="master-dot-340 Master"/>
          <p:cNvSpPr/>
          <p:nvPr/>
        </p:nvSpPr>
        <p:spPr>
          <a:xfrm>
            <a:off x="70518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3" name="master-dot-341 Master"/>
          <p:cNvSpPr/>
          <p:nvPr/>
        </p:nvSpPr>
        <p:spPr>
          <a:xfrm>
            <a:off x="75090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4" name="master-dot-342 Master"/>
          <p:cNvSpPr/>
          <p:nvPr/>
        </p:nvSpPr>
        <p:spPr>
          <a:xfrm>
            <a:off x="79662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5" name="master-dot-343 Master"/>
          <p:cNvSpPr/>
          <p:nvPr/>
        </p:nvSpPr>
        <p:spPr>
          <a:xfrm>
            <a:off x="84234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6" name="master-dot-344 Master"/>
          <p:cNvSpPr/>
          <p:nvPr/>
        </p:nvSpPr>
        <p:spPr>
          <a:xfrm>
            <a:off x="88806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7" name="master-dot-345 Master"/>
          <p:cNvSpPr/>
          <p:nvPr/>
        </p:nvSpPr>
        <p:spPr>
          <a:xfrm>
            <a:off x="93378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8" name="master-dot-346 Master"/>
          <p:cNvSpPr/>
          <p:nvPr/>
        </p:nvSpPr>
        <p:spPr>
          <a:xfrm>
            <a:off x="97950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49" name="master-dot-347 Master"/>
          <p:cNvSpPr/>
          <p:nvPr/>
        </p:nvSpPr>
        <p:spPr>
          <a:xfrm>
            <a:off x="102522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0" name="master-dot-348 Master"/>
          <p:cNvSpPr/>
          <p:nvPr/>
        </p:nvSpPr>
        <p:spPr>
          <a:xfrm>
            <a:off x="107094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1" name="master-dot-349 Master"/>
          <p:cNvSpPr/>
          <p:nvPr/>
        </p:nvSpPr>
        <p:spPr>
          <a:xfrm>
            <a:off x="111666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2" name="master-dot-350 Master"/>
          <p:cNvSpPr/>
          <p:nvPr/>
        </p:nvSpPr>
        <p:spPr>
          <a:xfrm>
            <a:off x="11623834" y="61945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3" name="master-dot-351 Master"/>
          <p:cNvSpPr/>
          <p:nvPr/>
        </p:nvSpPr>
        <p:spPr>
          <a:xfrm>
            <a:off x="6510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4" name="master-dot-352 Master"/>
          <p:cNvSpPr/>
          <p:nvPr/>
        </p:nvSpPr>
        <p:spPr>
          <a:xfrm>
            <a:off x="11082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5" name="master-dot-353 Master"/>
          <p:cNvSpPr/>
          <p:nvPr/>
        </p:nvSpPr>
        <p:spPr>
          <a:xfrm>
            <a:off x="15654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6" name="master-dot-354 Master"/>
          <p:cNvSpPr/>
          <p:nvPr/>
        </p:nvSpPr>
        <p:spPr>
          <a:xfrm>
            <a:off x="20226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7" name="master-dot-355 Master"/>
          <p:cNvSpPr/>
          <p:nvPr/>
        </p:nvSpPr>
        <p:spPr>
          <a:xfrm>
            <a:off x="24798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8" name="master-dot-356 Master"/>
          <p:cNvSpPr/>
          <p:nvPr/>
        </p:nvSpPr>
        <p:spPr>
          <a:xfrm>
            <a:off x="29370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59" name="master-dot-357 Master"/>
          <p:cNvSpPr/>
          <p:nvPr/>
        </p:nvSpPr>
        <p:spPr>
          <a:xfrm>
            <a:off x="33942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0" name="master-dot-358 Master"/>
          <p:cNvSpPr/>
          <p:nvPr/>
        </p:nvSpPr>
        <p:spPr>
          <a:xfrm>
            <a:off x="38514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1" name="master-dot-359 Master"/>
          <p:cNvSpPr/>
          <p:nvPr/>
        </p:nvSpPr>
        <p:spPr>
          <a:xfrm>
            <a:off x="43086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2" name="master-dot-360 Master"/>
          <p:cNvSpPr/>
          <p:nvPr/>
        </p:nvSpPr>
        <p:spPr>
          <a:xfrm>
            <a:off x="47658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3" name="master-dot-361 Master"/>
          <p:cNvSpPr/>
          <p:nvPr/>
        </p:nvSpPr>
        <p:spPr>
          <a:xfrm>
            <a:off x="52230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4" name="master-dot-362 Master"/>
          <p:cNvSpPr/>
          <p:nvPr/>
        </p:nvSpPr>
        <p:spPr>
          <a:xfrm>
            <a:off x="56802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5" name="master-dot-363 Master"/>
          <p:cNvSpPr/>
          <p:nvPr/>
        </p:nvSpPr>
        <p:spPr>
          <a:xfrm>
            <a:off x="61374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6" name="master-dot-364 Master"/>
          <p:cNvSpPr/>
          <p:nvPr/>
        </p:nvSpPr>
        <p:spPr>
          <a:xfrm>
            <a:off x="65946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7" name="master-dot-365 Master"/>
          <p:cNvSpPr/>
          <p:nvPr/>
        </p:nvSpPr>
        <p:spPr>
          <a:xfrm>
            <a:off x="70518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8" name="master-dot-366 Master"/>
          <p:cNvSpPr/>
          <p:nvPr/>
        </p:nvSpPr>
        <p:spPr>
          <a:xfrm>
            <a:off x="75090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69" name="master-dot-367 Master"/>
          <p:cNvSpPr/>
          <p:nvPr/>
        </p:nvSpPr>
        <p:spPr>
          <a:xfrm>
            <a:off x="79662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70" name="master-dot-368 Master"/>
          <p:cNvSpPr/>
          <p:nvPr/>
        </p:nvSpPr>
        <p:spPr>
          <a:xfrm>
            <a:off x="84234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71" name="master-dot-369 Master"/>
          <p:cNvSpPr/>
          <p:nvPr/>
        </p:nvSpPr>
        <p:spPr>
          <a:xfrm>
            <a:off x="88806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72" name="master-dot-370 Master"/>
          <p:cNvSpPr/>
          <p:nvPr/>
        </p:nvSpPr>
        <p:spPr>
          <a:xfrm>
            <a:off x="93378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73" name="master-dot-371 Master"/>
          <p:cNvSpPr/>
          <p:nvPr/>
        </p:nvSpPr>
        <p:spPr>
          <a:xfrm>
            <a:off x="97950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74" name="master-dot-372 Master"/>
          <p:cNvSpPr/>
          <p:nvPr/>
        </p:nvSpPr>
        <p:spPr>
          <a:xfrm>
            <a:off x="102522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75" name="master-dot-373 Master"/>
          <p:cNvSpPr/>
          <p:nvPr/>
        </p:nvSpPr>
        <p:spPr>
          <a:xfrm>
            <a:off x="107094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76" name="master-dot-374 Master"/>
          <p:cNvSpPr/>
          <p:nvPr/>
        </p:nvSpPr>
        <p:spPr>
          <a:xfrm>
            <a:off x="111666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sp>
        <p:nvSpPr>
          <p:cNvPr id="377" name="master-dot-375 Master"/>
          <p:cNvSpPr/>
          <p:nvPr/>
        </p:nvSpPr>
        <p:spPr>
          <a:xfrm>
            <a:off x="11623834" y="6651784"/>
            <a:ext cx="31432" cy="31432"/>
          </a:xfrm>
          <a:prstGeom prst="ellipse">
            <a:avLst/>
          </a:prstGeom>
          <a:solidFill>
            <a:srgbClr val="657487">
              <a:alpha val="34000"/>
            </a:srgbClr>
          </a:solidFill>
          <a:ln>
            <a:noFill/>
          </a:ln>
        </p:spPr>
      </p:sp>
      <p:pic>
        <p:nvPicPr>
          <p:cNvPr id="378" name="master-brand-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7425" y="495300"/>
            <a:ext cx="1476375" cy="352425"/>
          </a:xfrm>
          <a:prstGeom prst="rect">
            <a:avLst/>
          </a:prstGeom>
        </p:spPr>
      </p:pic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  <p:sldLayoutId id="2147483661" r:id="rId15"/>
    <p:sldLayoutId id="2147483662" r:id="rId16"/>
    <p:sldLayoutId id="2147483663" r:id="rId17"/>
    <p:sldLayoutId id="2147483664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500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664975dc07ecbf44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664975dc07ecbf44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664975dc07ecbf44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image" Target="../media/image_664975dc07ecbf44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664975dc07ecbf44.png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over-kicker-slot Placeholder Carrier"/>
          <p:cNvSpPr txBox="1"/>
          <p:nvPr>
            <p:ph type="body" idx="1"/>
          </p:nvPr>
        </p:nvSpPr>
        <p:spPr>
          <a:xfrm>
            <a:off x="870204" y="1223010"/>
            <a:ext cx="22695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spc="15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INFASHION COURSEWARE</a:t>
            </a:r>
          </a:p>
        </p:txBody>
      </p:sp>
      <p:sp>
        <p:nvSpPr>
          <p:cNvPr id="381" name="cover-title-slot Placeholder Carrier"/>
          <p:cNvSpPr txBox="1"/>
          <p:nvPr>
            <p:ph type="title"/>
          </p:nvPr>
        </p:nvSpPr>
        <p:spPr>
          <a:xfrm>
            <a:off x="819150" y="3653790"/>
            <a:ext cx="473372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8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8-DAY MAKEUP</a:t>
            </a:r>
          </a:p>
        </p:txBody>
      </p:sp>
      <p:sp>
        <p:nvSpPr>
          <p:cNvPr id="383" name="cover-subtitle-slot Placeholder Carrier"/>
          <p:cNvSpPr txBox="1"/>
          <p:nvPr>
            <p:ph type="subTitle" idx="2"/>
          </p:nvPr>
        </p:nvSpPr>
        <p:spPr>
          <a:xfrm>
            <a:off x="867156" y="4930140"/>
            <a:ext cx="5074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FOUNDATION COURSE · PERSONAL FORMULA</a:t>
            </a:r>
          </a:p>
        </p:txBody>
      </p:sp>
      <p:sp>
        <p:nvSpPr>
          <p:cNvPr id="385" name="cover-date-slot Placeholder Carrier"/>
          <p:cNvSpPr txBox="1"/>
          <p:nvPr>
            <p:ph type="dt" idx="3"/>
          </p:nvPr>
        </p:nvSpPr>
        <p:spPr>
          <a:xfrm>
            <a:off x="870204" y="6061710"/>
            <a:ext cx="22418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spc="75" dirty="0">
                <a:solidFill>
                  <a:srgbClr val="A08350"/>
                </a:solidFill>
                <a:latin typeface="Source Han Sans CN"/>
                <a:ea typeface="Source Han Sans CN"/>
                <a:cs typeface="Source Han Sans CN"/>
              </a:rPr>
              <a:t>COURSE TEMPLATE · 2026</a:t>
            </a:r>
          </a:p>
        </p:txBody>
      </p:sp>
      <p:sp>
        <p:nvSpPr>
          <p:cNvPr id="387" name="Rectangle 387"/>
          <p:cNvSpPr/>
          <p:nvPr/>
        </p:nvSpPr>
        <p:spPr>
          <a:xfrm>
            <a:off x="7943850" y="1657350"/>
            <a:ext cx="3238500" cy="3962400"/>
          </a:xfrm>
          <a:prstGeom prst="roundRect">
            <a:avLst>
              <a:gd name="adj" fmla="val 5882"/>
            </a:avLst>
          </a:prstGeom>
          <a:solidFill>
            <a:srgbClr val="F7F0E2">
              <a:alpha val="28000"/>
            </a:srgbClr>
          </a:solidFill>
          <a:ln w="14288">
            <a:solidFill>
              <a:srgbClr val="47596D">
                <a:alpha val="48000"/>
              </a:srgbClr>
            </a:solidFill>
            <a:prstDash val="lgDash"/>
          </a:ln>
        </p:spPr>
      </p:sp>
      <p:sp>
        <p:nvSpPr>
          <p:cNvPr id="388" name="Rectangle 388"/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noFill/>
          <a:ln w="11906">
            <a:solidFill>
              <a:srgbClr val="B59B6A">
                <a:alpha val="96000"/>
              </a:srgbClr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Ellipse 379"/>
          <p:cNvSpPr/>
          <p:nvPr/>
        </p:nvSpPr>
        <p:spPr>
          <a:xfrm>
            <a:off x="7581900" y="1085850"/>
            <a:ext cx="4914900" cy="4914900"/>
          </a:xfrm>
          <a:prstGeom prst="ellipse">
            <a:avLst/>
          </a:prstGeom>
          <a:solidFill>
            <a:srgbClr val="A9BCD0">
              <a:alpha val="26000"/>
            </a:srgbClr>
          </a:solidFill>
          <a:ln>
            <a:noFill/>
          </a:ln>
        </p:spPr>
      </p:sp>
      <p:sp>
        <p:nvSpPr>
          <p:cNvPr id="380" name="Freeform 380"/>
          <p:cNvSpPr/>
          <p:nvPr/>
        </p:nvSpPr>
        <p:spPr>
          <a:xfrm>
            <a:off x="876300" y="4667250"/>
            <a:ext cx="4914900" cy="9525"/>
          </a:xfrm>
          <a:custGeom>
            <a:avLst/>
            <a:gdLst/>
            <a:ahLst/>
            <a:cxnLst/>
            <a:rect l="l" t="t" r="r" b="b"/>
            <a:pathLst>
              <a:path w="4914900" h="9525">
                <a:moveTo>
                  <a:pt x="0" y="0"/>
                </a:moveTo>
                <a:lnTo>
                  <a:pt x="4914900" y="0"/>
                </a:lnTo>
              </a:path>
            </a:pathLst>
          </a:custGeom>
          <a:noFill/>
          <a:ln w="28575">
            <a:solidFill>
              <a:srgbClr val="B59B6A"/>
            </a:solidFill>
          </a:ln>
        </p:spPr>
      </p:sp>
      <p:sp>
        <p:nvSpPr>
          <p:cNvPr id="381" name="chapter-number-slot Placeholder Carrier"/>
          <p:cNvSpPr txBox="1"/>
          <p:nvPr>
            <p:ph type="body" idx="1"/>
          </p:nvPr>
        </p:nvSpPr>
        <p:spPr>
          <a:xfrm>
            <a:off x="800100" y="1877378"/>
            <a:ext cx="1781251" cy="2219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1550" spc="-450" dirty="0">
                <a:solidFill>
                  <a:srgbClr val="B59B6A"/>
                </a:solidFill>
                <a:latin typeface="Source Han Serif CN"/>
                <a:ea typeface="Source Han Serif CN"/>
                <a:cs typeface="Source Han Serif CN"/>
              </a:rPr>
              <a:t>01</a:t>
            </a:r>
          </a:p>
        </p:txBody>
      </p:sp>
      <p:sp>
        <p:nvSpPr>
          <p:cNvPr id="383" name="chapter-title-slot Placeholder Carrier"/>
          <p:cNvSpPr txBox="1"/>
          <p:nvPr>
            <p:ph type="title"/>
          </p:nvPr>
        </p:nvSpPr>
        <p:spPr>
          <a:xfrm>
            <a:off x="858012" y="3973830"/>
            <a:ext cx="667676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DAY 01 · BASE FOUNDATION</a:t>
            </a:r>
          </a:p>
        </p:txBody>
      </p:sp>
      <p:sp>
        <p:nvSpPr>
          <p:cNvPr id="385" name="chapter-desc-slot Placeholder Carrier"/>
          <p:cNvSpPr txBox="1"/>
          <p:nvPr>
            <p:ph type="subTitle" idx="2"/>
          </p:nvPr>
        </p:nvSpPr>
        <p:spPr>
          <a:xfrm>
            <a:off x="867918" y="5193982"/>
            <a:ext cx="47810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START WITH THE RIGHT LOGIC FOR YOUR BASE</a:t>
            </a:r>
          </a:p>
        </p:txBody>
      </p:sp>
      <p:sp>
        <p:nvSpPr>
          <p:cNvPr id="387" name="Rectangle 387"/>
          <p:cNvSpPr/>
          <p:nvPr/>
        </p:nvSpPr>
        <p:spPr>
          <a:xfrm>
            <a:off x="7715250" y="1676400"/>
            <a:ext cx="3143250" cy="3829050"/>
          </a:xfrm>
          <a:prstGeom prst="roundRect">
            <a:avLst>
              <a:gd name="adj" fmla="val 50000"/>
            </a:avLst>
          </a:prstGeom>
          <a:solidFill>
            <a:srgbClr val="F7F0E2">
              <a:alpha val="32000"/>
            </a:srgbClr>
          </a:solidFill>
          <a:ln w="14288">
            <a:solidFill>
              <a:srgbClr val="47596D">
                <a:alpha val="48000"/>
              </a:srgbClr>
            </a:solidFill>
            <a:prstDash val="lgDash"/>
          </a:ln>
        </p:spPr>
      </p:sp>
      <p:sp>
        <p:nvSpPr>
          <p:cNvPr id="388" name="Rectangle 388"/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noFill/>
          <a:ln w="11906">
            <a:solidFill>
              <a:srgbClr val="B59B6A">
                <a:alpha val="96000"/>
              </a:srgbClr>
            </a:solidFill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Freeform 379"/>
          <p:cNvSpPr/>
          <p:nvPr/>
        </p:nvSpPr>
        <p:spPr>
          <a:xfrm>
            <a:off x="838200" y="2095500"/>
            <a:ext cx="10515600" cy="9525"/>
          </a:xfrm>
          <a:custGeom>
            <a:avLst/>
            <a:gdLst/>
            <a:ahLst/>
            <a:cxnLst/>
            <a:rect l="l" t="t" r="r" b="b"/>
            <a:pathLst>
              <a:path w="10515600" h="9525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w="9525">
            <a:solidFill>
              <a:srgbClr val="B59B6A">
                <a:alpha val="70000"/>
              </a:srgbClr>
            </a:solidFill>
          </a:ln>
        </p:spPr>
      </p:sp>
      <p:sp>
        <p:nvSpPr>
          <p:cNvPr id="380" name="Freeform 380"/>
          <p:cNvSpPr/>
          <p:nvPr/>
        </p:nvSpPr>
        <p:spPr>
          <a:xfrm>
            <a:off x="838200" y="2438400"/>
            <a:ext cx="10515600" cy="3752850"/>
          </a:xfrm>
          <a:custGeom>
            <a:avLst/>
            <a:gdLst/>
            <a:ahLst/>
            <a:cxnLst/>
            <a:rect l="l" t="t" r="r" b="b"/>
            <a:pathLst>
              <a:path w="10515600" h="3752850">
                <a:moveTo>
                  <a:pt x="0" y="952500"/>
                </a:moveTo>
                <a:lnTo>
                  <a:pt x="10515600" y="952500"/>
                </a:lnTo>
                <a:moveTo>
                  <a:pt x="0" y="2133600"/>
                </a:moveTo>
                <a:lnTo>
                  <a:pt x="10515600" y="2133600"/>
                </a:lnTo>
                <a:moveTo>
                  <a:pt x="0" y="3314700"/>
                </a:moveTo>
                <a:lnTo>
                  <a:pt x="10515600" y="3314700"/>
                </a:lnTo>
                <a:moveTo>
                  <a:pt x="2619375" y="0"/>
                </a:moveTo>
                <a:lnTo>
                  <a:pt x="2619375" y="3752850"/>
                </a:lnTo>
                <a:moveTo>
                  <a:pt x="5257800" y="0"/>
                </a:moveTo>
                <a:lnTo>
                  <a:pt x="5257800" y="3752850"/>
                </a:lnTo>
                <a:moveTo>
                  <a:pt x="7896225" y="0"/>
                </a:moveTo>
                <a:lnTo>
                  <a:pt x="7896225" y="3752850"/>
                </a:lnTo>
              </a:path>
            </a:pathLst>
          </a:custGeom>
          <a:noFill/>
          <a:ln w="9525">
            <a:solidFill>
              <a:srgbClr val="657487">
                <a:alpha val="20000"/>
              </a:srgbClr>
            </a:solidFill>
          </a:ln>
        </p:spPr>
      </p:sp>
      <p:sp>
        <p:nvSpPr>
          <p:cNvPr id="381" name="agenda-title-slot Placeholder Carrier"/>
          <p:cNvSpPr txBox="1"/>
          <p:nvPr>
            <p:ph type="title"/>
          </p:nvPr>
        </p:nvSpPr>
        <p:spPr>
          <a:xfrm>
            <a:off x="820674" y="1227772"/>
            <a:ext cx="294629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45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COURSE MAP</a:t>
            </a:r>
          </a:p>
        </p:txBody>
      </p:sp>
      <p:sp>
        <p:nvSpPr>
          <p:cNvPr id="383" name="agenda-item-1-slot Placeholder Carrier"/>
          <p:cNvSpPr txBox="1"/>
          <p:nvPr>
            <p:ph type="body" idx="1"/>
          </p:nvPr>
        </p:nvSpPr>
        <p:spPr>
          <a:xfrm>
            <a:off x="1059180" y="2905125"/>
            <a:ext cx="159463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01 FOUNDATION</a:t>
            </a:r>
          </a:p>
        </p:txBody>
      </p:sp>
      <p:sp>
        <p:nvSpPr>
          <p:cNvPr id="385" name="agenda-item-2-slot Placeholder Carrier"/>
          <p:cNvSpPr txBox="1"/>
          <p:nvPr>
            <p:ph type="body" idx="2"/>
          </p:nvPr>
        </p:nvSpPr>
        <p:spPr>
          <a:xfrm>
            <a:off x="3678555" y="2905125"/>
            <a:ext cx="186347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02 EYE TECHNIQUE</a:t>
            </a:r>
          </a:p>
        </p:txBody>
      </p:sp>
      <p:sp>
        <p:nvSpPr>
          <p:cNvPr id="387" name="agenda-item-3-slot Placeholder Carrier"/>
          <p:cNvSpPr txBox="1"/>
          <p:nvPr>
            <p:ph type="body" idx="3"/>
          </p:nvPr>
        </p:nvSpPr>
        <p:spPr>
          <a:xfrm>
            <a:off x="6316980" y="2905125"/>
            <a:ext cx="18186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03 BASE &amp; SCULPT</a:t>
            </a:r>
          </a:p>
        </p:txBody>
      </p:sp>
      <p:sp>
        <p:nvSpPr>
          <p:cNvPr id="389" name="agenda-item-4-slot Placeholder Carrier"/>
          <p:cNvSpPr txBox="1"/>
          <p:nvPr>
            <p:ph type="body" idx="4"/>
          </p:nvPr>
        </p:nvSpPr>
        <p:spPr>
          <a:xfrm>
            <a:off x="8955405" y="2905125"/>
            <a:ext cx="23787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04 PERSONAL FORMULA</a:t>
            </a:r>
          </a:p>
        </p:txBody>
      </p:sp>
      <p:sp>
        <p:nvSpPr>
          <p:cNvPr id="391" name="agenda-note-slot Placeholder Carrier"/>
          <p:cNvSpPr txBox="1"/>
          <p:nvPr>
            <p:ph type="body" idx="5"/>
          </p:nvPr>
        </p:nvSpPr>
        <p:spPr>
          <a:xfrm>
            <a:off x="830580" y="5286375"/>
            <a:ext cx="5775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WEEK 01 · FUNDAMENTALS / WEEK 02 · PERSONAL FORMULA</a:t>
            </a:r>
          </a:p>
        </p:txBody>
      </p:sp>
      <p:sp>
        <p:nvSpPr>
          <p:cNvPr id="393" name="Rectangle 393"/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noFill/>
          <a:ln w="11906">
            <a:solidFill>
              <a:srgbClr val="B59B6A">
                <a:alpha val="96000"/>
              </a:srgbClr>
            </a:solidFill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Freeform 379"/>
          <p:cNvSpPr/>
          <p:nvPr/>
        </p:nvSpPr>
        <p:spPr>
          <a:xfrm>
            <a:off x="838200" y="1581150"/>
            <a:ext cx="10515600" cy="9525"/>
          </a:xfrm>
          <a:custGeom>
            <a:avLst/>
            <a:gdLst/>
            <a:ahLst/>
            <a:cxnLst/>
            <a:rect l="l" t="t" r="r" b="b"/>
            <a:pathLst>
              <a:path w="10515600" h="9525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w="9525">
            <a:solidFill>
              <a:srgbClr val="657487">
                <a:alpha val="28000"/>
              </a:srgbClr>
            </a:solidFill>
          </a:ln>
        </p:spPr>
      </p:sp>
      <p:sp>
        <p:nvSpPr>
          <p:cNvPr id="380" name="Freeform 380"/>
          <p:cNvSpPr/>
          <p:nvPr/>
        </p:nvSpPr>
        <p:spPr>
          <a:xfrm>
            <a:off x="838200" y="15811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28575">
            <a:solidFill>
              <a:srgbClr val="B59B6A"/>
            </a:solidFill>
          </a:ln>
        </p:spPr>
      </p:sp>
      <p:sp>
        <p:nvSpPr>
          <p:cNvPr id="381" name="Freeform 381"/>
          <p:cNvSpPr/>
          <p:nvPr/>
        </p:nvSpPr>
        <p:spPr>
          <a:xfrm>
            <a:off x="6572250" y="2000250"/>
            <a:ext cx="9525" cy="3829050"/>
          </a:xfrm>
          <a:custGeom>
            <a:avLst/>
            <a:gdLst/>
            <a:ahLst/>
            <a:cxnLst/>
            <a:rect l="l" t="t" r="r" b="b"/>
            <a:pathLst>
              <a:path w="9525" h="3829050">
                <a:moveTo>
                  <a:pt x="0" y="0"/>
                </a:moveTo>
                <a:lnTo>
                  <a:pt x="0" y="3829050"/>
                </a:lnTo>
              </a:path>
            </a:pathLst>
          </a:custGeom>
          <a:noFill/>
          <a:ln w="9525">
            <a:solidFill>
              <a:srgbClr val="657487">
                <a:alpha val="20000"/>
              </a:srgbClr>
            </a:solidFill>
          </a:ln>
        </p:spPr>
      </p:sp>
      <p:sp>
        <p:nvSpPr>
          <p:cNvPr id="382" name="content-title-slot Placeholder Carrier"/>
          <p:cNvSpPr txBox="1"/>
          <p:nvPr>
            <p:ph type="title"/>
          </p:nvPr>
        </p:nvSpPr>
        <p:spPr>
          <a:xfrm>
            <a:off x="822198" y="783908"/>
            <a:ext cx="391328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LIGHTWEIGHT BASE</a:t>
            </a:r>
          </a:p>
        </p:txBody>
      </p:sp>
      <p:sp>
        <p:nvSpPr>
          <p:cNvPr id="384" name="content-key-message-slot Placeholder Carrier"/>
          <p:cNvSpPr txBox="1"/>
          <p:nvPr>
            <p:ph type="subTitle" idx="1"/>
          </p:nvPr>
        </p:nvSpPr>
        <p:spPr>
          <a:xfrm>
            <a:off x="829056" y="2244090"/>
            <a:ext cx="58654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800" b="1" dirty="0">
                <a:solidFill>
                  <a:srgbClr val="8A744A"/>
                </a:solidFill>
                <a:latin typeface="Source Han Sans CN"/>
                <a:ea typeface="Source Han Sans CN"/>
                <a:cs typeface="Source Han Sans CN"/>
              </a:rPr>
              <a:t>BUILD IN THIN LAYERS, KEEP THE SKIN BREATHING</a:t>
            </a:r>
          </a:p>
        </p:txBody>
      </p:sp>
      <p:sp>
        <p:nvSpPr>
          <p:cNvPr id="386" name="Rectangle 386"/>
          <p:cNvSpPr/>
          <p:nvPr/>
        </p:nvSpPr>
        <p:spPr>
          <a:xfrm>
            <a:off x="838200" y="3028950"/>
            <a:ext cx="5181600" cy="2400300"/>
          </a:xfrm>
          <a:prstGeom prst="roundRect">
            <a:avLst>
              <a:gd name="adj" fmla="val 7143"/>
            </a:avLst>
          </a:prstGeom>
          <a:solidFill>
            <a:srgbClr val="F7F0E2">
              <a:alpha val="45000"/>
            </a:srgbClr>
          </a:solidFill>
          <a:ln w="9525">
            <a:solidFill>
              <a:srgbClr val="657487">
                <a:alpha val="32000"/>
              </a:srgbClr>
            </a:solidFill>
          </a:ln>
        </p:spPr>
      </p:sp>
      <p:sp>
        <p:nvSpPr>
          <p:cNvPr id="387" name="Rectangle 387"/>
          <p:cNvSpPr/>
          <p:nvPr/>
        </p:nvSpPr>
        <p:spPr>
          <a:xfrm>
            <a:off x="7181850" y="2000250"/>
            <a:ext cx="3524250" cy="3810000"/>
          </a:xfrm>
          <a:prstGeom prst="roundRect">
            <a:avLst>
              <a:gd name="adj" fmla="val 5405"/>
            </a:avLst>
          </a:prstGeom>
          <a:solidFill>
            <a:srgbClr val="F7F0E2">
              <a:alpha val="40000"/>
            </a:srgbClr>
          </a:solidFill>
          <a:ln w="14288">
            <a:solidFill>
              <a:srgbClr val="47596D">
                <a:alpha val="48000"/>
              </a:srgbClr>
            </a:solidFill>
            <a:prstDash val="lgDash"/>
          </a:ln>
        </p:spPr>
      </p:sp>
      <p:sp>
        <p:nvSpPr>
          <p:cNvPr id="388" name="content-page-number-slot Placeholder Carrier"/>
          <p:cNvSpPr txBox="1"/>
          <p:nvPr>
            <p:ph type="sldNum" idx="7"/>
          </p:nvPr>
        </p:nvSpPr>
        <p:spPr>
          <a:xfrm>
            <a:off x="11150956" y="63093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  <p:sp>
        <p:nvSpPr>
          <p:cNvPr id="389" name="Rectangle 389"/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noFill/>
          <a:ln w="11906">
            <a:solidFill>
              <a:srgbClr val="B59B6A">
                <a:alpha val="96000"/>
              </a:srgbClr>
            </a:solidFill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Freeform 379"/>
          <p:cNvSpPr/>
          <p:nvPr/>
        </p:nvSpPr>
        <p:spPr>
          <a:xfrm>
            <a:off x="838200" y="2133600"/>
            <a:ext cx="10515600" cy="3581400"/>
          </a:xfrm>
          <a:custGeom>
            <a:avLst/>
            <a:gdLst/>
            <a:ahLst/>
            <a:cxnLst/>
            <a:rect l="l" t="t" r="r" b="b"/>
            <a:pathLst>
              <a:path w="10515600" h="3581400">
                <a:moveTo>
                  <a:pt x="0" y="438150"/>
                </a:moveTo>
                <a:lnTo>
                  <a:pt x="10515600" y="438150"/>
                </a:lnTo>
                <a:moveTo>
                  <a:pt x="0" y="1352550"/>
                </a:moveTo>
                <a:lnTo>
                  <a:pt x="10515600" y="1352550"/>
                </a:lnTo>
                <a:moveTo>
                  <a:pt x="0" y="2266950"/>
                </a:moveTo>
                <a:lnTo>
                  <a:pt x="10515600" y="2266950"/>
                </a:lnTo>
                <a:moveTo>
                  <a:pt x="0" y="3181350"/>
                </a:moveTo>
                <a:lnTo>
                  <a:pt x="10515600" y="3181350"/>
                </a:lnTo>
                <a:moveTo>
                  <a:pt x="1809750" y="0"/>
                </a:moveTo>
                <a:lnTo>
                  <a:pt x="1809750" y="3581400"/>
                </a:lnTo>
                <a:moveTo>
                  <a:pt x="3905250" y="0"/>
                </a:moveTo>
                <a:lnTo>
                  <a:pt x="3905250" y="3581400"/>
                </a:lnTo>
                <a:moveTo>
                  <a:pt x="6000750" y="0"/>
                </a:moveTo>
                <a:lnTo>
                  <a:pt x="6000750" y="3581400"/>
                </a:lnTo>
                <a:moveTo>
                  <a:pt x="8096250" y="0"/>
                </a:moveTo>
                <a:lnTo>
                  <a:pt x="8096250" y="3581400"/>
                </a:lnTo>
              </a:path>
            </a:pathLst>
          </a:custGeom>
          <a:noFill/>
          <a:ln w="9525">
            <a:solidFill>
              <a:srgbClr val="657487">
                <a:alpha val="20000"/>
              </a:srgbClr>
            </a:solidFill>
          </a:ln>
        </p:spPr>
      </p:sp>
      <p:sp>
        <p:nvSpPr>
          <p:cNvPr id="380" name="Ellipse 380"/>
          <p:cNvSpPr/>
          <p:nvPr/>
        </p:nvSpPr>
        <p:spPr>
          <a:xfrm>
            <a:off x="847725" y="1209675"/>
            <a:ext cx="133350" cy="133350"/>
          </a:xfrm>
          <a:prstGeom prst="ellipse">
            <a:avLst/>
          </a:prstGeom>
          <a:solidFill>
            <a:srgbClr val="B59B6A"/>
          </a:solidFill>
          <a:ln>
            <a:noFill/>
          </a:ln>
        </p:spPr>
      </p:sp>
      <p:sp>
        <p:nvSpPr>
          <p:cNvPr id="381" name="Freeform 381"/>
          <p:cNvSpPr/>
          <p:nvPr/>
        </p:nvSpPr>
        <p:spPr>
          <a:xfrm>
            <a:off x="1123950" y="1276350"/>
            <a:ext cx="1943100" cy="9525"/>
          </a:xfrm>
          <a:custGeom>
            <a:avLst/>
            <a:gdLst/>
            <a:ahLst/>
            <a:cxnLst/>
            <a:rect l="l" t="t" r="r" b="b"/>
            <a:pathLst>
              <a:path w="1943100" h="9525">
                <a:moveTo>
                  <a:pt x="0" y="0"/>
                </a:moveTo>
                <a:lnTo>
                  <a:pt x="1943100" y="0"/>
                </a:lnTo>
              </a:path>
            </a:pathLst>
          </a:custGeom>
          <a:noFill/>
          <a:ln w="14288">
            <a:solidFill>
              <a:srgbClr val="B59B6A">
                <a:alpha val="72000"/>
              </a:srgbClr>
            </a:solidFill>
          </a:ln>
        </p:spPr>
      </p:sp>
      <p:sp>
        <p:nvSpPr>
          <p:cNvPr id="382" name="formula-message-slot Placeholder Carrier"/>
          <p:cNvSpPr txBox="1"/>
          <p:nvPr>
            <p:ph type="title"/>
          </p:nvPr>
        </p:nvSpPr>
        <p:spPr>
          <a:xfrm>
            <a:off x="821817" y="775811"/>
            <a:ext cx="6270266" cy="630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220" b="1" dirty="0">
                <a:solidFill>
                  <a:srgbClr val="1D2733"/>
                </a:solidFill>
                <a:latin typeface="Source Han Sans CN"/>
                <a:ea typeface="Source Han Sans CN"/>
                <a:cs typeface="Source Han Sans CN"/>
              </a:rPr>
              <a:t>PERSONAL MAKEUP FORMULA</a:t>
            </a:r>
          </a:p>
        </p:txBody>
      </p:sp>
      <p:sp>
        <p:nvSpPr>
          <p:cNvPr id="384" name="formula-subtitle-slot Placeholder Carrier"/>
          <p:cNvSpPr txBox="1"/>
          <p:nvPr>
            <p:ph type="subTitle" idx="1"/>
          </p:nvPr>
        </p:nvSpPr>
        <p:spPr>
          <a:xfrm>
            <a:off x="830199" y="1658779"/>
            <a:ext cx="2469109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8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STYLE · STEPS · TOOLS</a:t>
            </a:r>
          </a:p>
        </p:txBody>
      </p:sp>
      <p:sp>
        <p:nvSpPr>
          <p:cNvPr id="386" name="Rectangle 386"/>
          <p:cNvSpPr/>
          <p:nvPr/>
        </p:nvSpPr>
        <p:spPr>
          <a:xfrm>
            <a:off x="1047750" y="2419350"/>
            <a:ext cx="10058400" cy="3086100"/>
          </a:xfrm>
          <a:prstGeom prst="roundRect">
            <a:avLst>
              <a:gd name="adj" fmla="val 7407"/>
            </a:avLst>
          </a:prstGeom>
          <a:solidFill>
            <a:srgbClr val="F7F0E2">
              <a:alpha val="35000"/>
            </a:srgbClr>
          </a:solidFill>
          <a:ln w="9525">
            <a:solidFill>
              <a:srgbClr val="657487">
                <a:alpha val="28000"/>
              </a:srgbClr>
            </a:solidFill>
          </a:ln>
        </p:spPr>
      </p:sp>
      <p:sp>
        <p:nvSpPr>
          <p:cNvPr id="387" name="formula-page-number-slot Placeholder Carrier"/>
          <p:cNvSpPr txBox="1"/>
          <p:nvPr>
            <p:ph type="sldNum" idx="7"/>
          </p:nvPr>
        </p:nvSpPr>
        <p:spPr>
          <a:xfrm>
            <a:off x="11150956" y="63093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5D6877"/>
                </a:solidFill>
                <a:latin typeface="Source Han Sans CN"/>
                <a:ea typeface="Source Han Sans CN"/>
                <a:cs typeface="Source Han Sans CN"/>
              </a:rPr>
              <a:t>04</a:t>
            </a:r>
          </a:p>
        </p:txBody>
      </p:sp>
      <p:sp>
        <p:nvSpPr>
          <p:cNvPr id="388" name="Rectangle 388"/>
          <p:cNvSpPr/>
          <p:nvPr/>
        </p:nvSpPr>
        <p:spPr>
          <a:xfrm>
            <a:off x="38100" y="38100"/>
            <a:ext cx="12115800" cy="6781800"/>
          </a:xfrm>
          <a:prstGeom prst="rect">
            <a:avLst/>
          </a:prstGeom>
          <a:noFill/>
          <a:ln w="11906">
            <a:solidFill>
              <a:srgbClr val="B59B6A">
                <a:alpha val="96000"/>
              </a:srgbClr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2026-08-10T09:21:27Z</dcterms:created>
  <dcterms:modified xsi:type="dcterms:W3CDTF">2026-08-10T09:21:27Z</dcterms:modified>
  <cp:category/>
  <cp:contentStatus/>
</cp:coreProperties>
</file>